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2"/>
    <p:restoredTop sz="94658"/>
  </p:normalViewPr>
  <p:slideViewPr>
    <p:cSldViewPr snapToGrid="0" snapToObjects="1">
      <p:cViewPr varScale="1">
        <p:scale>
          <a:sx n="103" d="100"/>
          <a:sy n="103" d="100"/>
        </p:scale>
        <p:origin x="176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certs/s</c:v>
                </c:pt>
              </c:strCache>
            </c:strRef>
          </c:tx>
          <c:spPr>
            <a:ln w="22225">
              <a:solidFill>
                <a:srgbClr val="2F5FD0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3142</c:v>
                </c:pt>
                <c:pt idx="1">
                  <c:v>5494</c:v>
                </c:pt>
                <c:pt idx="2">
                  <c:v>6918</c:v>
                </c:pt>
                <c:pt idx="3">
                  <c:v>6034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EC-E641-B9D9-140A70E070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20.5</c:v>
                </c:pt>
                <c:pt idx="1">
                  <c:v>21.53</c:v>
                </c:pt>
                <c:pt idx="2">
                  <c:v>25.52</c:v>
                </c:pt>
                <c:pt idx="3">
                  <c:v>36.47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44-7448-8DC8-874E4D6D73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p90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39.619999999999997</c:v>
                </c:pt>
                <c:pt idx="1">
                  <c:v>42.41</c:v>
                </c:pt>
                <c:pt idx="2">
                  <c:v>42.48</c:v>
                </c:pt>
                <c:pt idx="3">
                  <c:v>66.36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E44-7448-8DC8-874E4D6D735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p95</c:v>
                </c:pt>
              </c:strCache>
            </c:strRef>
          </c:tx>
          <c:spPr>
            <a:ln w="22225">
              <a:solidFill>
                <a:srgbClr val="BD7D1C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108.54</c:v>
                </c:pt>
                <c:pt idx="1">
                  <c:v>51.28</c:v>
                </c:pt>
                <c:pt idx="2">
                  <c:v>49.03</c:v>
                </c:pt>
                <c:pt idx="3">
                  <c:v>79.59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E44-7448-8DC8-874E4D6D735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p99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173.66</c:v>
                </c:pt>
                <c:pt idx="1">
                  <c:v>82.21</c:v>
                </c:pt>
                <c:pt idx="2">
                  <c:v>70.63</c:v>
                </c:pt>
                <c:pt idx="3">
                  <c:v>119.1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E44-7448-8DC8-874E4D6D735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max</c:v>
                </c:pt>
              </c:strCache>
            </c:strRef>
          </c:tx>
          <c:spPr>
            <a:ln w="22225">
              <a:solidFill>
                <a:srgbClr val="7259C9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508</c:v>
                </c:pt>
                <c:pt idx="1">
                  <c:v>719.65</c:v>
                </c:pt>
                <c:pt idx="2">
                  <c:v>299.68</c:v>
                </c:pt>
                <c:pt idx="3">
                  <c:v>261.75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4E44-7448-8DC8-874E4D6D73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Sheet1!$A$2:$A$15</c:f>
              <c:strCache>
                <c:ptCount val="14"/>
                <c:pt idx="0">
                  <c:v>0s</c:v>
                </c:pt>
                <c:pt idx="1">
                  <c:v>9s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74s</c:v>
                </c:pt>
                <c:pt idx="10">
                  <c:v>83s</c:v>
                </c:pt>
                <c:pt idx="11">
                  <c:v>91s</c:v>
                </c:pt>
                <c:pt idx="12">
                  <c:v>99s</c:v>
                </c:pt>
                <c:pt idx="13">
                  <c:v>107s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</c:v>
                </c:pt>
                <c:pt idx="1">
                  <c:v>40.416666666666664</c:v>
                </c:pt>
                <c:pt idx="2">
                  <c:v>45.416666666666664</c:v>
                </c:pt>
                <c:pt idx="3">
                  <c:v>11.145833333333332</c:v>
                </c:pt>
                <c:pt idx="4">
                  <c:v>6.25</c:v>
                </c:pt>
                <c:pt idx="5">
                  <c:v>6.1458333333333339</c:v>
                </c:pt>
                <c:pt idx="6">
                  <c:v>5.7291666666666661</c:v>
                </c:pt>
                <c:pt idx="7">
                  <c:v>24.0625</c:v>
                </c:pt>
                <c:pt idx="8">
                  <c:v>66.354166666666671</c:v>
                </c:pt>
                <c:pt idx="9">
                  <c:v>43.125</c:v>
                </c:pt>
                <c:pt idx="10">
                  <c:v>63.020833333333336</c:v>
                </c:pt>
                <c:pt idx="11">
                  <c:v>14.0625</c:v>
                </c:pt>
                <c:pt idx="12">
                  <c:v>68.75</c:v>
                </c:pt>
                <c:pt idx="13">
                  <c:v>69.166666666666671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96-554C-A9FF-111867116F6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Sheet1!$A$2:$A$15</c:f>
              <c:strCache>
                <c:ptCount val="14"/>
                <c:pt idx="0">
                  <c:v>0s</c:v>
                </c:pt>
                <c:pt idx="1">
                  <c:v>9s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74s</c:v>
                </c:pt>
                <c:pt idx="10">
                  <c:v>83s</c:v>
                </c:pt>
                <c:pt idx="11">
                  <c:v>91s</c:v>
                </c:pt>
                <c:pt idx="12">
                  <c:v>99s</c:v>
                </c:pt>
                <c:pt idx="13">
                  <c:v>107s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0</c:v>
                </c:pt>
                <c:pt idx="1">
                  <c:v>5</c:v>
                </c:pt>
                <c:pt idx="2">
                  <c:v>5.520833333333333</c:v>
                </c:pt>
                <c:pt idx="3">
                  <c:v>0.72916666666666663</c:v>
                </c:pt>
                <c:pt idx="4">
                  <c:v>0.3125</c:v>
                </c:pt>
                <c:pt idx="5">
                  <c:v>0.20833333333333334</c:v>
                </c:pt>
                <c:pt idx="6">
                  <c:v>0.20833333333333334</c:v>
                </c:pt>
                <c:pt idx="7">
                  <c:v>1.0416666666666665</c:v>
                </c:pt>
                <c:pt idx="8">
                  <c:v>9.1666666666666679</c:v>
                </c:pt>
                <c:pt idx="9">
                  <c:v>6.1458333333333339</c:v>
                </c:pt>
                <c:pt idx="10">
                  <c:v>11.041666666666666</c:v>
                </c:pt>
                <c:pt idx="11">
                  <c:v>1.9791666666666665</c:v>
                </c:pt>
                <c:pt idx="12">
                  <c:v>9.375</c:v>
                </c:pt>
                <c:pt idx="13">
                  <c:v>9.375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96-554C-A9FF-111867116F6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Sheet1!$A$2:$A$15</c:f>
              <c:strCache>
                <c:ptCount val="14"/>
                <c:pt idx="0">
                  <c:v>0s</c:v>
                </c:pt>
                <c:pt idx="1">
                  <c:v>9s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74s</c:v>
                </c:pt>
                <c:pt idx="10">
                  <c:v>83s</c:v>
                </c:pt>
                <c:pt idx="11">
                  <c:v>91s</c:v>
                </c:pt>
                <c:pt idx="12">
                  <c:v>99s</c:v>
                </c:pt>
                <c:pt idx="13">
                  <c:v>107s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0</c:v>
                </c:pt>
                <c:pt idx="1">
                  <c:v>6.25</c:v>
                </c:pt>
                <c:pt idx="2">
                  <c:v>7.291666666666667</c:v>
                </c:pt>
                <c:pt idx="3">
                  <c:v>0.41666666666666669</c:v>
                </c:pt>
                <c:pt idx="4">
                  <c:v>0.10416666666666667</c:v>
                </c:pt>
                <c:pt idx="5">
                  <c:v>0.10416666666666667</c:v>
                </c:pt>
                <c:pt idx="6">
                  <c:v>0.10416666666666667</c:v>
                </c:pt>
                <c:pt idx="7">
                  <c:v>0.83333333333333337</c:v>
                </c:pt>
                <c:pt idx="8">
                  <c:v>7.395833333333333</c:v>
                </c:pt>
                <c:pt idx="9">
                  <c:v>7.1875000000000009</c:v>
                </c:pt>
                <c:pt idx="10">
                  <c:v>9.5833333333333321</c:v>
                </c:pt>
                <c:pt idx="11">
                  <c:v>3.958333333333333</c:v>
                </c:pt>
                <c:pt idx="12">
                  <c:v>8.125</c:v>
                </c:pt>
                <c:pt idx="13">
                  <c:v>7.6041666666666661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A96-554C-A9FF-111867116F6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Sheet1!$A$2:$A$15</c:f>
              <c:strCache>
                <c:ptCount val="14"/>
                <c:pt idx="0">
                  <c:v>0s</c:v>
                </c:pt>
                <c:pt idx="1">
                  <c:v>9s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74s</c:v>
                </c:pt>
                <c:pt idx="10">
                  <c:v>83s</c:v>
                </c:pt>
                <c:pt idx="11">
                  <c:v>91s</c:v>
                </c:pt>
                <c:pt idx="12">
                  <c:v>99s</c:v>
                </c:pt>
                <c:pt idx="13">
                  <c:v>107s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0.3125</c:v>
                </c:pt>
                <c:pt idx="1">
                  <c:v>0.3125</c:v>
                </c:pt>
                <c:pt idx="2">
                  <c:v>0.3125</c:v>
                </c:pt>
                <c:pt idx="3">
                  <c:v>33.541666666666671</c:v>
                </c:pt>
                <c:pt idx="4">
                  <c:v>66.666666666666657</c:v>
                </c:pt>
                <c:pt idx="5">
                  <c:v>33.333333333333329</c:v>
                </c:pt>
                <c:pt idx="6">
                  <c:v>66.666666666666657</c:v>
                </c:pt>
                <c:pt idx="7">
                  <c:v>0.3125</c:v>
                </c:pt>
                <c:pt idx="8">
                  <c:v>0.625</c:v>
                </c:pt>
                <c:pt idx="9">
                  <c:v>9.2708333333333339</c:v>
                </c:pt>
                <c:pt idx="10">
                  <c:v>0.83333333333333337</c:v>
                </c:pt>
                <c:pt idx="11">
                  <c:v>19.583333333333332</c:v>
                </c:pt>
                <c:pt idx="12">
                  <c:v>0.52083333333333326</c:v>
                </c:pt>
                <c:pt idx="13">
                  <c:v>66.666666666666657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A96-554C-A9FF-111867116F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Sheet1!$A$2:$A$15</c:f>
              <c:strCache>
                <c:ptCount val="14"/>
                <c:pt idx="0">
                  <c:v>0s</c:v>
                </c:pt>
                <c:pt idx="1">
                  <c:v>9s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74s</c:v>
                </c:pt>
                <c:pt idx="10">
                  <c:v>83s</c:v>
                </c:pt>
                <c:pt idx="11">
                  <c:v>91s</c:v>
                </c:pt>
                <c:pt idx="12">
                  <c:v>99s</c:v>
                </c:pt>
                <c:pt idx="13">
                  <c:v>107s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2.7083333333333335</c:v>
                </c:pt>
                <c:pt idx="1">
                  <c:v>2.947916666666667</c:v>
                </c:pt>
                <c:pt idx="2">
                  <c:v>2.963541666666667</c:v>
                </c:pt>
                <c:pt idx="3">
                  <c:v>2.9166666666666665</c:v>
                </c:pt>
                <c:pt idx="4">
                  <c:v>2.895833333333333</c:v>
                </c:pt>
                <c:pt idx="5">
                  <c:v>2.9010416666666665</c:v>
                </c:pt>
                <c:pt idx="6">
                  <c:v>2.9010416666666665</c:v>
                </c:pt>
                <c:pt idx="7">
                  <c:v>3.015625</c:v>
                </c:pt>
                <c:pt idx="8">
                  <c:v>3.3645833333333335</c:v>
                </c:pt>
                <c:pt idx="9">
                  <c:v>3.3802083333333335</c:v>
                </c:pt>
                <c:pt idx="10">
                  <c:v>3.411458333333333</c:v>
                </c:pt>
                <c:pt idx="11">
                  <c:v>3.421875</c:v>
                </c:pt>
                <c:pt idx="12">
                  <c:v>3.4479166666666665</c:v>
                </c:pt>
                <c:pt idx="13">
                  <c:v>3.463541666666667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46A-544A-BCE5-C744918235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Sheet1!$A$2:$A$15</c:f>
              <c:strCache>
                <c:ptCount val="14"/>
                <c:pt idx="0">
                  <c:v>0s</c:v>
                </c:pt>
                <c:pt idx="1">
                  <c:v>9s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74s</c:v>
                </c:pt>
                <c:pt idx="10">
                  <c:v>83s</c:v>
                </c:pt>
                <c:pt idx="11">
                  <c:v>91s</c:v>
                </c:pt>
                <c:pt idx="12">
                  <c:v>99s</c:v>
                </c:pt>
                <c:pt idx="13">
                  <c:v>107s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2.4270833333333335</c:v>
                </c:pt>
                <c:pt idx="1">
                  <c:v>2.6354166666666665</c:v>
                </c:pt>
                <c:pt idx="2">
                  <c:v>2.8333333333333335</c:v>
                </c:pt>
                <c:pt idx="3">
                  <c:v>2.9010416666666665</c:v>
                </c:pt>
                <c:pt idx="4">
                  <c:v>2.9166666666666665</c:v>
                </c:pt>
                <c:pt idx="5">
                  <c:v>2.921875</c:v>
                </c:pt>
                <c:pt idx="6">
                  <c:v>2.9270833333333335</c:v>
                </c:pt>
                <c:pt idx="7">
                  <c:v>2.947916666666667</c:v>
                </c:pt>
                <c:pt idx="8">
                  <c:v>3.119791666666667</c:v>
                </c:pt>
                <c:pt idx="9">
                  <c:v>3.348958333333333</c:v>
                </c:pt>
                <c:pt idx="10">
                  <c:v>3.5208333333333335</c:v>
                </c:pt>
                <c:pt idx="11">
                  <c:v>3.7135416666666665</c:v>
                </c:pt>
                <c:pt idx="12">
                  <c:v>3.8697916666666665</c:v>
                </c:pt>
                <c:pt idx="13">
                  <c:v>4.083333333333333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46A-544A-BCE5-C7449182352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Sheet1!$A$2:$A$15</c:f>
              <c:strCache>
                <c:ptCount val="14"/>
                <c:pt idx="0">
                  <c:v>0s</c:v>
                </c:pt>
                <c:pt idx="1">
                  <c:v>9s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74s</c:v>
                </c:pt>
                <c:pt idx="10">
                  <c:v>83s</c:v>
                </c:pt>
                <c:pt idx="11">
                  <c:v>91s</c:v>
                </c:pt>
                <c:pt idx="12">
                  <c:v>99s</c:v>
                </c:pt>
                <c:pt idx="13">
                  <c:v>107s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1.5625E-2</c:v>
                </c:pt>
                <c:pt idx="1">
                  <c:v>2.0833333333333336E-2</c:v>
                </c:pt>
                <c:pt idx="2">
                  <c:v>2.0833333333333336E-2</c:v>
                </c:pt>
                <c:pt idx="3">
                  <c:v>2.0833333333333336E-2</c:v>
                </c:pt>
                <c:pt idx="4">
                  <c:v>2.0833333333333336E-2</c:v>
                </c:pt>
                <c:pt idx="5">
                  <c:v>2.0833333333333336E-2</c:v>
                </c:pt>
                <c:pt idx="6">
                  <c:v>2.0833333333333336E-2</c:v>
                </c:pt>
                <c:pt idx="7">
                  <c:v>2.0833333333333336E-2</c:v>
                </c:pt>
                <c:pt idx="8">
                  <c:v>2.0833333333333336E-2</c:v>
                </c:pt>
                <c:pt idx="9">
                  <c:v>2.0833333333333336E-2</c:v>
                </c:pt>
                <c:pt idx="10">
                  <c:v>2.6041666666666668E-2</c:v>
                </c:pt>
                <c:pt idx="11">
                  <c:v>2.0833333333333336E-2</c:v>
                </c:pt>
                <c:pt idx="12">
                  <c:v>2.6041666666666668E-2</c:v>
                </c:pt>
                <c:pt idx="13">
                  <c:v>2.6041666666666668E-2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46A-544A-BCE5-C7449182352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Sheet1!$A$2:$A$15</c:f>
              <c:strCache>
                <c:ptCount val="14"/>
                <c:pt idx="0">
                  <c:v>0s</c:v>
                </c:pt>
                <c:pt idx="1">
                  <c:v>9s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74s</c:v>
                </c:pt>
                <c:pt idx="10">
                  <c:v>83s</c:v>
                </c:pt>
                <c:pt idx="11">
                  <c:v>91s</c:v>
                </c:pt>
                <c:pt idx="12">
                  <c:v>99s</c:v>
                </c:pt>
                <c:pt idx="13">
                  <c:v>107s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1.6458333333333335</c:v>
                </c:pt>
                <c:pt idx="1">
                  <c:v>1.65625</c:v>
                </c:pt>
                <c:pt idx="2">
                  <c:v>1.640625</c:v>
                </c:pt>
                <c:pt idx="3">
                  <c:v>1.6354166666666665</c:v>
                </c:pt>
                <c:pt idx="4">
                  <c:v>1.6197916666666665</c:v>
                </c:pt>
                <c:pt idx="5">
                  <c:v>1.6197916666666665</c:v>
                </c:pt>
                <c:pt idx="6">
                  <c:v>1.6302083333333333</c:v>
                </c:pt>
                <c:pt idx="7">
                  <c:v>1.65625</c:v>
                </c:pt>
                <c:pt idx="8">
                  <c:v>1.671875</c:v>
                </c:pt>
                <c:pt idx="9">
                  <c:v>1.625</c:v>
                </c:pt>
                <c:pt idx="10">
                  <c:v>1.671875</c:v>
                </c:pt>
                <c:pt idx="11">
                  <c:v>1.6614583333333333</c:v>
                </c:pt>
                <c:pt idx="12">
                  <c:v>1.6770833333333335</c:v>
                </c:pt>
                <c:pt idx="13">
                  <c:v>1.6041666666666665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46A-544A-BCE5-C744918235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certs/s</c:v>
                </c:pt>
              </c:strCache>
            </c:strRef>
          </c:tx>
          <c:spPr>
            <a:ln w="22225">
              <a:solidFill>
                <a:srgbClr val="2F5FD0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5253</c:v>
                </c:pt>
                <c:pt idx="1">
                  <c:v>6460</c:v>
                </c:pt>
                <c:pt idx="2">
                  <c:v>5528</c:v>
                </c:pt>
                <c:pt idx="3">
                  <c:v>5351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653-314D-AD0C-C06FD157EA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14.83</c:v>
                </c:pt>
                <c:pt idx="1">
                  <c:v>21.26</c:v>
                </c:pt>
                <c:pt idx="2">
                  <c:v>31.84</c:v>
                </c:pt>
                <c:pt idx="3">
                  <c:v>37.869999999999997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33-1D48-858C-87A7F38D11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p90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25.31</c:v>
                </c:pt>
                <c:pt idx="1">
                  <c:v>32.15</c:v>
                </c:pt>
                <c:pt idx="2">
                  <c:v>55.2</c:v>
                </c:pt>
                <c:pt idx="3">
                  <c:v>75.28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633-1D48-858C-87A7F38D11A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p95</c:v>
                </c:pt>
              </c:strCache>
            </c:strRef>
          </c:tx>
          <c:spPr>
            <a:ln w="22225">
              <a:solidFill>
                <a:srgbClr val="BD7D1C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29.44</c:v>
                </c:pt>
                <c:pt idx="1">
                  <c:v>37.81</c:v>
                </c:pt>
                <c:pt idx="2">
                  <c:v>64.87</c:v>
                </c:pt>
                <c:pt idx="3">
                  <c:v>92.99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633-1D48-858C-87A7F38D11A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p99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54.59</c:v>
                </c:pt>
                <c:pt idx="1">
                  <c:v>51.54</c:v>
                </c:pt>
                <c:pt idx="2">
                  <c:v>107.78</c:v>
                </c:pt>
                <c:pt idx="3">
                  <c:v>168.64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633-1D48-858C-87A7F38D11A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max</c:v>
                </c:pt>
              </c:strCache>
            </c:strRef>
          </c:tx>
          <c:spPr>
            <a:ln w="22225">
              <a:solidFill>
                <a:srgbClr val="7259C9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200.16</c:v>
                </c:pt>
                <c:pt idx="1">
                  <c:v>248.36</c:v>
                </c:pt>
                <c:pt idx="2">
                  <c:v>259.38</c:v>
                </c:pt>
                <c:pt idx="3">
                  <c:v>378.87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D633-1D48-858C-87A7F38D11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Sheet1!$A$2:$A$12</c:f>
              <c:strCache>
                <c:ptCount val="11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75s</c:v>
                </c:pt>
                <c:pt idx="10">
                  <c:v>83s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61.666666666666671</c:v>
                </c:pt>
                <c:pt idx="2">
                  <c:v>62.708333333333336</c:v>
                </c:pt>
                <c:pt idx="3">
                  <c:v>63.541666666666664</c:v>
                </c:pt>
                <c:pt idx="4">
                  <c:v>61.666666666666671</c:v>
                </c:pt>
                <c:pt idx="5">
                  <c:v>0</c:v>
                </c:pt>
                <c:pt idx="6">
                  <c:v>66.875</c:v>
                </c:pt>
                <c:pt idx="7">
                  <c:v>56.770833333333336</c:v>
                </c:pt>
                <c:pt idx="8">
                  <c:v>65.729166666666671</c:v>
                </c:pt>
                <c:pt idx="9">
                  <c:v>63.958333333333329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09-BD4D-9FEC-45099EF84A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Sheet1!$A$2:$A$12</c:f>
              <c:strCache>
                <c:ptCount val="11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75s</c:v>
                </c:pt>
                <c:pt idx="10">
                  <c:v>83s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9.5833333333333321</c:v>
                </c:pt>
                <c:pt idx="2">
                  <c:v>8.9583333333333339</c:v>
                </c:pt>
                <c:pt idx="3">
                  <c:v>10.208333333333334</c:v>
                </c:pt>
                <c:pt idx="4">
                  <c:v>10.104166666666666</c:v>
                </c:pt>
                <c:pt idx="5">
                  <c:v>0.10416666666666667</c:v>
                </c:pt>
                <c:pt idx="6">
                  <c:v>8.9583333333333339</c:v>
                </c:pt>
                <c:pt idx="7">
                  <c:v>7.5</c:v>
                </c:pt>
                <c:pt idx="8">
                  <c:v>8.2291666666666661</c:v>
                </c:pt>
                <c:pt idx="9">
                  <c:v>9.8958333333333321</c:v>
                </c:pt>
                <c:pt idx="10">
                  <c:v>0.10416666666666667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509-BD4D-9FEC-45099EF84A2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Sheet1!$A$2:$A$12</c:f>
              <c:strCache>
                <c:ptCount val="11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75s</c:v>
                </c:pt>
                <c:pt idx="10">
                  <c:v>83s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6.979166666666667</c:v>
                </c:pt>
                <c:pt idx="2">
                  <c:v>7.5</c:v>
                </c:pt>
                <c:pt idx="3">
                  <c:v>7.395833333333333</c:v>
                </c:pt>
                <c:pt idx="4">
                  <c:v>8.125</c:v>
                </c:pt>
                <c:pt idx="5">
                  <c:v>0</c:v>
                </c:pt>
                <c:pt idx="6">
                  <c:v>7.395833333333333</c:v>
                </c:pt>
                <c:pt idx="7">
                  <c:v>6.3541666666666661</c:v>
                </c:pt>
                <c:pt idx="8">
                  <c:v>6.770833333333333</c:v>
                </c:pt>
                <c:pt idx="9">
                  <c:v>7.6041666666666661</c:v>
                </c:pt>
                <c:pt idx="1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509-BD4D-9FEC-45099EF84A2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Sheet1!$A$2:$A$12</c:f>
              <c:strCache>
                <c:ptCount val="11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75s</c:v>
                </c:pt>
                <c:pt idx="10">
                  <c:v>83s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6.041666666666667</c:v>
                </c:pt>
                <c:pt idx="1">
                  <c:v>0.41666666666666669</c:v>
                </c:pt>
                <c:pt idx="2">
                  <c:v>33.75</c:v>
                </c:pt>
                <c:pt idx="3">
                  <c:v>0.41666666666666669</c:v>
                </c:pt>
                <c:pt idx="4">
                  <c:v>0.41666666666666669</c:v>
                </c:pt>
                <c:pt idx="5">
                  <c:v>0.625</c:v>
                </c:pt>
                <c:pt idx="6">
                  <c:v>0.41666666666666669</c:v>
                </c:pt>
                <c:pt idx="7">
                  <c:v>37.1875</c:v>
                </c:pt>
                <c:pt idx="8">
                  <c:v>0.41666666666666669</c:v>
                </c:pt>
                <c:pt idx="9">
                  <c:v>0.72916666666666663</c:v>
                </c:pt>
                <c:pt idx="10">
                  <c:v>66.666666666666657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509-BD4D-9FEC-45099EF84A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Sheet1!$A$2:$A$12</c:f>
              <c:strCache>
                <c:ptCount val="11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75s</c:v>
                </c:pt>
                <c:pt idx="10">
                  <c:v>83s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3.4583333333333335</c:v>
                </c:pt>
                <c:pt idx="1">
                  <c:v>3.463541666666667</c:v>
                </c:pt>
                <c:pt idx="2">
                  <c:v>3.4687500000000004</c:v>
                </c:pt>
                <c:pt idx="3">
                  <c:v>3.494791666666667</c:v>
                </c:pt>
                <c:pt idx="4">
                  <c:v>3.5052083333333339</c:v>
                </c:pt>
                <c:pt idx="5">
                  <c:v>3.4999999999999996</c:v>
                </c:pt>
                <c:pt idx="6">
                  <c:v>3.536458333333333</c:v>
                </c:pt>
                <c:pt idx="7">
                  <c:v>3.536458333333333</c:v>
                </c:pt>
                <c:pt idx="8">
                  <c:v>3.5624999999999996</c:v>
                </c:pt>
                <c:pt idx="9">
                  <c:v>3.567708333333333</c:v>
                </c:pt>
                <c:pt idx="10">
                  <c:v>3.567708333333333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798-E941-88D5-D8C32388FB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Sheet1!$A$2:$A$12</c:f>
              <c:strCache>
                <c:ptCount val="11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75s</c:v>
                </c:pt>
                <c:pt idx="10">
                  <c:v>83s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4.0989583333333339</c:v>
                </c:pt>
                <c:pt idx="1">
                  <c:v>4.291666666666667</c:v>
                </c:pt>
                <c:pt idx="2">
                  <c:v>4.505208333333333</c:v>
                </c:pt>
                <c:pt idx="3">
                  <c:v>4.5729166666666661</c:v>
                </c:pt>
                <c:pt idx="4">
                  <c:v>4.786458333333333</c:v>
                </c:pt>
                <c:pt idx="5">
                  <c:v>4.895833333333333</c:v>
                </c:pt>
                <c:pt idx="6">
                  <c:v>5.0885416666666661</c:v>
                </c:pt>
                <c:pt idx="7">
                  <c:v>5.276041666666667</c:v>
                </c:pt>
                <c:pt idx="8">
                  <c:v>5.375</c:v>
                </c:pt>
                <c:pt idx="9">
                  <c:v>5.5729166666666661</c:v>
                </c:pt>
                <c:pt idx="10">
                  <c:v>5.6718750000000009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798-E941-88D5-D8C32388FB1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Sheet1!$A$2:$A$12</c:f>
              <c:strCache>
                <c:ptCount val="11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75s</c:v>
                </c:pt>
                <c:pt idx="10">
                  <c:v>83s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2.0833333333333336E-2</c:v>
                </c:pt>
                <c:pt idx="1">
                  <c:v>2.0833333333333336E-2</c:v>
                </c:pt>
                <c:pt idx="2">
                  <c:v>2.0833333333333336E-2</c:v>
                </c:pt>
                <c:pt idx="3">
                  <c:v>2.6041666666666668E-2</c:v>
                </c:pt>
                <c:pt idx="4">
                  <c:v>2.6041666666666668E-2</c:v>
                </c:pt>
                <c:pt idx="5">
                  <c:v>2.0833333333333336E-2</c:v>
                </c:pt>
                <c:pt idx="6">
                  <c:v>2.6041666666666668E-2</c:v>
                </c:pt>
                <c:pt idx="7">
                  <c:v>2.0833333333333336E-2</c:v>
                </c:pt>
                <c:pt idx="8">
                  <c:v>2.6041666666666668E-2</c:v>
                </c:pt>
                <c:pt idx="9">
                  <c:v>2.6041666666666668E-2</c:v>
                </c:pt>
                <c:pt idx="10">
                  <c:v>2.0833333333333336E-2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798-E941-88D5-D8C32388FB1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Sheet1!$A$2:$A$12</c:f>
              <c:strCache>
                <c:ptCount val="11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75s</c:v>
                </c:pt>
                <c:pt idx="10">
                  <c:v>83s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1.6614583333333333</c:v>
                </c:pt>
                <c:pt idx="1">
                  <c:v>1.6770833333333335</c:v>
                </c:pt>
                <c:pt idx="2">
                  <c:v>1.6302083333333333</c:v>
                </c:pt>
                <c:pt idx="3">
                  <c:v>1.671875</c:v>
                </c:pt>
                <c:pt idx="4">
                  <c:v>1.6822916666666667</c:v>
                </c:pt>
                <c:pt idx="5">
                  <c:v>1.6822916666666667</c:v>
                </c:pt>
                <c:pt idx="6">
                  <c:v>1.6822916666666667</c:v>
                </c:pt>
                <c:pt idx="7">
                  <c:v>1.609375</c:v>
                </c:pt>
                <c:pt idx="8">
                  <c:v>1.6927083333333333</c:v>
                </c:pt>
                <c:pt idx="9">
                  <c:v>1.6979166666666667</c:v>
                </c:pt>
                <c:pt idx="10">
                  <c:v>1.609375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798-E941-88D5-D8C32388FB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certs/s</c:v>
                </c:pt>
              </c:strCache>
            </c:strRef>
          </c:tx>
          <c:spPr>
            <a:ln w="22225">
              <a:solidFill>
                <a:srgbClr val="2F5FD0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6655</c:v>
                </c:pt>
                <c:pt idx="1">
                  <c:v>8286</c:v>
                </c:pt>
                <c:pt idx="2">
                  <c:v>9455</c:v>
                </c:pt>
                <c:pt idx="3">
                  <c:v>10483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670-E044-871E-19AD6AAF7D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13.76</c:v>
                </c:pt>
                <c:pt idx="1">
                  <c:v>15.54</c:v>
                </c:pt>
                <c:pt idx="2">
                  <c:v>17.37</c:v>
                </c:pt>
                <c:pt idx="3">
                  <c:v>19.239999999999998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94-6A48-B535-C7D4EFF4F1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p90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18.55</c:v>
                </c:pt>
                <c:pt idx="1">
                  <c:v>25.72</c:v>
                </c:pt>
                <c:pt idx="2">
                  <c:v>33.619999999999997</c:v>
                </c:pt>
                <c:pt idx="3">
                  <c:v>40.85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094-6A48-B535-C7D4EFF4F1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p95</c:v>
                </c:pt>
              </c:strCache>
            </c:strRef>
          </c:tx>
          <c:spPr>
            <a:ln w="22225">
              <a:solidFill>
                <a:srgbClr val="BD7D1C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20.46</c:v>
                </c:pt>
                <c:pt idx="1">
                  <c:v>28.77</c:v>
                </c:pt>
                <c:pt idx="2">
                  <c:v>38.31</c:v>
                </c:pt>
                <c:pt idx="3">
                  <c:v>47.4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094-6A48-B535-C7D4EFF4F1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p99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24.96</c:v>
                </c:pt>
                <c:pt idx="1">
                  <c:v>35.119999999999997</c:v>
                </c:pt>
                <c:pt idx="2">
                  <c:v>48.79</c:v>
                </c:pt>
                <c:pt idx="3">
                  <c:v>68.77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094-6A48-B535-C7D4EFF4F1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max</c:v>
                </c:pt>
              </c:strCache>
            </c:strRef>
          </c:tx>
          <c:spPr>
            <a:ln w="22225">
              <a:solidFill>
                <a:srgbClr val="7259C9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139.49</c:v>
                </c:pt>
                <c:pt idx="1">
                  <c:v>198.42</c:v>
                </c:pt>
                <c:pt idx="2">
                  <c:v>194.4</c:v>
                </c:pt>
                <c:pt idx="3">
                  <c:v>200.26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094-6A48-B535-C7D4EFF4F1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Sheet1!$A$2:$A$38</c:f>
              <c:strCache>
                <c:ptCount val="37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67s</c:v>
                </c:pt>
                <c:pt idx="9">
                  <c:v>75s</c:v>
                </c:pt>
                <c:pt idx="10">
                  <c:v>83s</c:v>
                </c:pt>
                <c:pt idx="11">
                  <c:v>91s</c:v>
                </c:pt>
                <c:pt idx="12">
                  <c:v>100s</c:v>
                </c:pt>
                <c:pt idx="13">
                  <c:v>108s</c:v>
                </c:pt>
                <c:pt idx="14">
                  <c:v>116s</c:v>
                </c:pt>
                <c:pt idx="15">
                  <c:v>125s</c:v>
                </c:pt>
                <c:pt idx="16">
                  <c:v>133s</c:v>
                </c:pt>
                <c:pt idx="17">
                  <c:v>141s</c:v>
                </c:pt>
                <c:pt idx="18">
                  <c:v>150s</c:v>
                </c:pt>
                <c:pt idx="19">
                  <c:v>158s</c:v>
                </c:pt>
                <c:pt idx="20">
                  <c:v>166s</c:v>
                </c:pt>
                <c:pt idx="21">
                  <c:v>174s</c:v>
                </c:pt>
                <c:pt idx="22">
                  <c:v>183s</c:v>
                </c:pt>
                <c:pt idx="23">
                  <c:v>191s</c:v>
                </c:pt>
                <c:pt idx="24">
                  <c:v>199s</c:v>
                </c:pt>
                <c:pt idx="25">
                  <c:v>208s</c:v>
                </c:pt>
                <c:pt idx="26">
                  <c:v>216s</c:v>
                </c:pt>
                <c:pt idx="27">
                  <c:v>224s</c:v>
                </c:pt>
                <c:pt idx="28">
                  <c:v>233s</c:v>
                </c:pt>
                <c:pt idx="29">
                  <c:v>241s</c:v>
                </c:pt>
                <c:pt idx="30">
                  <c:v>249s</c:v>
                </c:pt>
                <c:pt idx="31">
                  <c:v>257s</c:v>
                </c:pt>
                <c:pt idx="32">
                  <c:v>266s</c:v>
                </c:pt>
                <c:pt idx="33">
                  <c:v>274s</c:v>
                </c:pt>
                <c:pt idx="34">
                  <c:v>282s</c:v>
                </c:pt>
                <c:pt idx="35">
                  <c:v>296s</c:v>
                </c:pt>
                <c:pt idx="36">
                  <c:v>304s</c:v>
                </c:pt>
              </c:strCache>
            </c: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46.5625</c:v>
                </c:pt>
                <c:pt idx="8">
                  <c:v>37.395833333333336</c:v>
                </c:pt>
                <c:pt idx="9">
                  <c:v>42.1875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68.125</c:v>
                </c:pt>
                <c:pt idx="18">
                  <c:v>51.041666666666664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69.791666666666657</c:v>
                </c:pt>
                <c:pt idx="27">
                  <c:v>60.625000000000007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F9-8040-8A4D-0479FED169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Sheet1!$A$2:$A$38</c:f>
              <c:strCache>
                <c:ptCount val="37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67s</c:v>
                </c:pt>
                <c:pt idx="9">
                  <c:v>75s</c:v>
                </c:pt>
                <c:pt idx="10">
                  <c:v>83s</c:v>
                </c:pt>
                <c:pt idx="11">
                  <c:v>91s</c:v>
                </c:pt>
                <c:pt idx="12">
                  <c:v>100s</c:v>
                </c:pt>
                <c:pt idx="13">
                  <c:v>108s</c:v>
                </c:pt>
                <c:pt idx="14">
                  <c:v>116s</c:v>
                </c:pt>
                <c:pt idx="15">
                  <c:v>125s</c:v>
                </c:pt>
                <c:pt idx="16">
                  <c:v>133s</c:v>
                </c:pt>
                <c:pt idx="17">
                  <c:v>141s</c:v>
                </c:pt>
                <c:pt idx="18">
                  <c:v>150s</c:v>
                </c:pt>
                <c:pt idx="19">
                  <c:v>158s</c:v>
                </c:pt>
                <c:pt idx="20">
                  <c:v>166s</c:v>
                </c:pt>
                <c:pt idx="21">
                  <c:v>174s</c:v>
                </c:pt>
                <c:pt idx="22">
                  <c:v>183s</c:v>
                </c:pt>
                <c:pt idx="23">
                  <c:v>191s</c:v>
                </c:pt>
                <c:pt idx="24">
                  <c:v>199s</c:v>
                </c:pt>
                <c:pt idx="25">
                  <c:v>208s</c:v>
                </c:pt>
                <c:pt idx="26">
                  <c:v>216s</c:v>
                </c:pt>
                <c:pt idx="27">
                  <c:v>224s</c:v>
                </c:pt>
                <c:pt idx="28">
                  <c:v>233s</c:v>
                </c:pt>
                <c:pt idx="29">
                  <c:v>241s</c:v>
                </c:pt>
                <c:pt idx="30">
                  <c:v>249s</c:v>
                </c:pt>
                <c:pt idx="31">
                  <c:v>257s</c:v>
                </c:pt>
                <c:pt idx="32">
                  <c:v>266s</c:v>
                </c:pt>
                <c:pt idx="33">
                  <c:v>274s</c:v>
                </c:pt>
                <c:pt idx="34">
                  <c:v>282s</c:v>
                </c:pt>
                <c:pt idx="35">
                  <c:v>296s</c:v>
                </c:pt>
                <c:pt idx="36">
                  <c:v>304s</c:v>
                </c:pt>
              </c:strCache>
            </c:str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5.520833333333333</c:v>
                </c:pt>
                <c:pt idx="8">
                  <c:v>3.0208333333333335</c:v>
                </c:pt>
                <c:pt idx="9">
                  <c:v>2.9166666666666665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8.125</c:v>
                </c:pt>
                <c:pt idx="18">
                  <c:v>4.270833333333333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8.6458333333333339</c:v>
                </c:pt>
                <c:pt idx="27">
                  <c:v>5.9375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0F9-8040-8A4D-0479FED1694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Sheet1!$A$2:$A$38</c:f>
              <c:strCache>
                <c:ptCount val="37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67s</c:v>
                </c:pt>
                <c:pt idx="9">
                  <c:v>75s</c:v>
                </c:pt>
                <c:pt idx="10">
                  <c:v>83s</c:v>
                </c:pt>
                <c:pt idx="11">
                  <c:v>91s</c:v>
                </c:pt>
                <c:pt idx="12">
                  <c:v>100s</c:v>
                </c:pt>
                <c:pt idx="13">
                  <c:v>108s</c:v>
                </c:pt>
                <c:pt idx="14">
                  <c:v>116s</c:v>
                </c:pt>
                <c:pt idx="15">
                  <c:v>125s</c:v>
                </c:pt>
                <c:pt idx="16">
                  <c:v>133s</c:v>
                </c:pt>
                <c:pt idx="17">
                  <c:v>141s</c:v>
                </c:pt>
                <c:pt idx="18">
                  <c:v>150s</c:v>
                </c:pt>
                <c:pt idx="19">
                  <c:v>158s</c:v>
                </c:pt>
                <c:pt idx="20">
                  <c:v>166s</c:v>
                </c:pt>
                <c:pt idx="21">
                  <c:v>174s</c:v>
                </c:pt>
                <c:pt idx="22">
                  <c:v>183s</c:v>
                </c:pt>
                <c:pt idx="23">
                  <c:v>191s</c:v>
                </c:pt>
                <c:pt idx="24">
                  <c:v>199s</c:v>
                </c:pt>
                <c:pt idx="25">
                  <c:v>208s</c:v>
                </c:pt>
                <c:pt idx="26">
                  <c:v>216s</c:v>
                </c:pt>
                <c:pt idx="27">
                  <c:v>224s</c:v>
                </c:pt>
                <c:pt idx="28">
                  <c:v>233s</c:v>
                </c:pt>
                <c:pt idx="29">
                  <c:v>241s</c:v>
                </c:pt>
                <c:pt idx="30">
                  <c:v>249s</c:v>
                </c:pt>
                <c:pt idx="31">
                  <c:v>257s</c:v>
                </c:pt>
                <c:pt idx="32">
                  <c:v>266s</c:v>
                </c:pt>
                <c:pt idx="33">
                  <c:v>274s</c:v>
                </c:pt>
                <c:pt idx="34">
                  <c:v>282s</c:v>
                </c:pt>
                <c:pt idx="35">
                  <c:v>296s</c:v>
                </c:pt>
                <c:pt idx="36">
                  <c:v>304s</c:v>
                </c:pt>
              </c:strCache>
            </c:strRef>
          </c:cat>
          <c:val>
            <c:numRef>
              <c:f>Sheet1!$D$2:$D$38</c:f>
              <c:numCache>
                <c:formatCode>General</c:formatCode>
                <c:ptCount val="3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4.479166666666667</c:v>
                </c:pt>
                <c:pt idx="8">
                  <c:v>3.125</c:v>
                </c:pt>
                <c:pt idx="9">
                  <c:v>2.083333333333333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5.833333333333333</c:v>
                </c:pt>
                <c:pt idx="18">
                  <c:v>3.3333333333333335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6.3541666666666661</c:v>
                </c:pt>
                <c:pt idx="27">
                  <c:v>4.895833333333333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0F9-8040-8A4D-0479FED1694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Sheet1!$A$2:$A$38</c:f>
              <c:strCache>
                <c:ptCount val="37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67s</c:v>
                </c:pt>
                <c:pt idx="9">
                  <c:v>75s</c:v>
                </c:pt>
                <c:pt idx="10">
                  <c:v>83s</c:v>
                </c:pt>
                <c:pt idx="11">
                  <c:v>91s</c:v>
                </c:pt>
                <c:pt idx="12">
                  <c:v>100s</c:v>
                </c:pt>
                <c:pt idx="13">
                  <c:v>108s</c:v>
                </c:pt>
                <c:pt idx="14">
                  <c:v>116s</c:v>
                </c:pt>
                <c:pt idx="15">
                  <c:v>125s</c:v>
                </c:pt>
                <c:pt idx="16">
                  <c:v>133s</c:v>
                </c:pt>
                <c:pt idx="17">
                  <c:v>141s</c:v>
                </c:pt>
                <c:pt idx="18">
                  <c:v>150s</c:v>
                </c:pt>
                <c:pt idx="19">
                  <c:v>158s</c:v>
                </c:pt>
                <c:pt idx="20">
                  <c:v>166s</c:v>
                </c:pt>
                <c:pt idx="21">
                  <c:v>174s</c:v>
                </c:pt>
                <c:pt idx="22">
                  <c:v>183s</c:v>
                </c:pt>
                <c:pt idx="23">
                  <c:v>191s</c:v>
                </c:pt>
                <c:pt idx="24">
                  <c:v>199s</c:v>
                </c:pt>
                <c:pt idx="25">
                  <c:v>208s</c:v>
                </c:pt>
                <c:pt idx="26">
                  <c:v>216s</c:v>
                </c:pt>
                <c:pt idx="27">
                  <c:v>224s</c:v>
                </c:pt>
                <c:pt idx="28">
                  <c:v>233s</c:v>
                </c:pt>
                <c:pt idx="29">
                  <c:v>241s</c:v>
                </c:pt>
                <c:pt idx="30">
                  <c:v>249s</c:v>
                </c:pt>
                <c:pt idx="31">
                  <c:v>257s</c:v>
                </c:pt>
                <c:pt idx="32">
                  <c:v>266s</c:v>
                </c:pt>
                <c:pt idx="33">
                  <c:v>274s</c:v>
                </c:pt>
                <c:pt idx="34">
                  <c:v>282s</c:v>
                </c:pt>
                <c:pt idx="35">
                  <c:v>296s</c:v>
                </c:pt>
                <c:pt idx="36">
                  <c:v>304s</c:v>
                </c:pt>
              </c:strCache>
            </c:strRef>
          </c:cat>
          <c:val>
            <c:numRef>
              <c:f>Sheet1!$E$2:$E$38</c:f>
              <c:numCache>
                <c:formatCode>General</c:formatCode>
                <c:ptCount val="37"/>
                <c:pt idx="0">
                  <c:v>83.4375</c:v>
                </c:pt>
                <c:pt idx="1">
                  <c:v>93.125</c:v>
                </c:pt>
                <c:pt idx="2">
                  <c:v>96.354166666666657</c:v>
                </c:pt>
                <c:pt idx="3">
                  <c:v>97.395833333333343</c:v>
                </c:pt>
                <c:pt idx="4">
                  <c:v>96.875</c:v>
                </c:pt>
                <c:pt idx="5">
                  <c:v>97.708333333333329</c:v>
                </c:pt>
                <c:pt idx="6">
                  <c:v>97.916666666666657</c:v>
                </c:pt>
                <c:pt idx="7">
                  <c:v>32.8125</c:v>
                </c:pt>
                <c:pt idx="8">
                  <c:v>66.875</c:v>
                </c:pt>
                <c:pt idx="9">
                  <c:v>0.10416666666666667</c:v>
                </c:pt>
                <c:pt idx="10">
                  <c:v>90.104166666666657</c:v>
                </c:pt>
                <c:pt idx="11">
                  <c:v>93.4375</c:v>
                </c:pt>
                <c:pt idx="12">
                  <c:v>96.145833333333329</c:v>
                </c:pt>
                <c:pt idx="13">
                  <c:v>97.395833333333343</c:v>
                </c:pt>
                <c:pt idx="14">
                  <c:v>97.8125</c:v>
                </c:pt>
                <c:pt idx="15">
                  <c:v>97.916666666666657</c:v>
                </c:pt>
                <c:pt idx="16">
                  <c:v>83.020833333333329</c:v>
                </c:pt>
                <c:pt idx="17">
                  <c:v>33.125</c:v>
                </c:pt>
                <c:pt idx="18">
                  <c:v>33.645833333333329</c:v>
                </c:pt>
                <c:pt idx="19">
                  <c:v>87.604166666666657</c:v>
                </c:pt>
                <c:pt idx="20">
                  <c:v>93.229166666666657</c:v>
                </c:pt>
                <c:pt idx="21">
                  <c:v>95.208333333333343</c:v>
                </c:pt>
                <c:pt idx="22">
                  <c:v>96.25</c:v>
                </c:pt>
                <c:pt idx="23">
                  <c:v>97.395833333333343</c:v>
                </c:pt>
                <c:pt idx="24">
                  <c:v>98.541666666666657</c:v>
                </c:pt>
                <c:pt idx="25">
                  <c:v>97.708333333333329</c:v>
                </c:pt>
                <c:pt idx="26">
                  <c:v>32.8125</c:v>
                </c:pt>
                <c:pt idx="27">
                  <c:v>33.75</c:v>
                </c:pt>
                <c:pt idx="28">
                  <c:v>88.125</c:v>
                </c:pt>
                <c:pt idx="29">
                  <c:v>94.0625</c:v>
                </c:pt>
                <c:pt idx="30">
                  <c:v>96.25</c:v>
                </c:pt>
                <c:pt idx="31">
                  <c:v>97.083333333333329</c:v>
                </c:pt>
                <c:pt idx="32">
                  <c:v>97.916666666666657</c:v>
                </c:pt>
                <c:pt idx="33">
                  <c:v>98.229166666666671</c:v>
                </c:pt>
                <c:pt idx="34">
                  <c:v>33.229166666666664</c:v>
                </c:pt>
                <c:pt idx="35">
                  <c:v>66.875</c:v>
                </c:pt>
                <c:pt idx="36">
                  <c:v>66.666666666666657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0F9-8040-8A4D-0479FED169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Sheet1!$A$2:$A$38</c:f>
              <c:strCache>
                <c:ptCount val="37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67s</c:v>
                </c:pt>
                <c:pt idx="9">
                  <c:v>75s</c:v>
                </c:pt>
                <c:pt idx="10">
                  <c:v>83s</c:v>
                </c:pt>
                <c:pt idx="11">
                  <c:v>91s</c:v>
                </c:pt>
                <c:pt idx="12">
                  <c:v>100s</c:v>
                </c:pt>
                <c:pt idx="13">
                  <c:v>108s</c:v>
                </c:pt>
                <c:pt idx="14">
                  <c:v>116s</c:v>
                </c:pt>
                <c:pt idx="15">
                  <c:v>125s</c:v>
                </c:pt>
                <c:pt idx="16">
                  <c:v>133s</c:v>
                </c:pt>
                <c:pt idx="17">
                  <c:v>141s</c:v>
                </c:pt>
                <c:pt idx="18">
                  <c:v>150s</c:v>
                </c:pt>
                <c:pt idx="19">
                  <c:v>158s</c:v>
                </c:pt>
                <c:pt idx="20">
                  <c:v>166s</c:v>
                </c:pt>
                <c:pt idx="21">
                  <c:v>174s</c:v>
                </c:pt>
                <c:pt idx="22">
                  <c:v>183s</c:v>
                </c:pt>
                <c:pt idx="23">
                  <c:v>191s</c:v>
                </c:pt>
                <c:pt idx="24">
                  <c:v>199s</c:v>
                </c:pt>
                <c:pt idx="25">
                  <c:v>208s</c:v>
                </c:pt>
                <c:pt idx="26">
                  <c:v>216s</c:v>
                </c:pt>
                <c:pt idx="27">
                  <c:v>224s</c:v>
                </c:pt>
                <c:pt idx="28">
                  <c:v>233s</c:v>
                </c:pt>
                <c:pt idx="29">
                  <c:v>241s</c:v>
                </c:pt>
                <c:pt idx="30">
                  <c:v>249s</c:v>
                </c:pt>
                <c:pt idx="31">
                  <c:v>257s</c:v>
                </c:pt>
                <c:pt idx="32">
                  <c:v>266s</c:v>
                </c:pt>
                <c:pt idx="33">
                  <c:v>274s</c:v>
                </c:pt>
                <c:pt idx="34">
                  <c:v>282s</c:v>
                </c:pt>
                <c:pt idx="35">
                  <c:v>296s</c:v>
                </c:pt>
                <c:pt idx="36">
                  <c:v>304s</c:v>
                </c:pt>
              </c:strCache>
            </c: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3.567708333333333</c:v>
                </c:pt>
                <c:pt idx="1">
                  <c:v>3.5624999999999996</c:v>
                </c:pt>
                <c:pt idx="2">
                  <c:v>3.5624999999999996</c:v>
                </c:pt>
                <c:pt idx="3">
                  <c:v>3.557291666666667</c:v>
                </c:pt>
                <c:pt idx="4">
                  <c:v>3.557291666666667</c:v>
                </c:pt>
                <c:pt idx="5">
                  <c:v>3.557291666666667</c:v>
                </c:pt>
                <c:pt idx="6">
                  <c:v>3.5416666666666665</c:v>
                </c:pt>
                <c:pt idx="7">
                  <c:v>3.536458333333333</c:v>
                </c:pt>
                <c:pt idx="8">
                  <c:v>3.338541666666667</c:v>
                </c:pt>
                <c:pt idx="9">
                  <c:v>3.2604166666666665</c:v>
                </c:pt>
                <c:pt idx="10">
                  <c:v>3.2552083333333335</c:v>
                </c:pt>
                <c:pt idx="11">
                  <c:v>3.2552083333333335</c:v>
                </c:pt>
                <c:pt idx="12">
                  <c:v>3.2552083333333335</c:v>
                </c:pt>
                <c:pt idx="13">
                  <c:v>3.2552083333333335</c:v>
                </c:pt>
                <c:pt idx="14">
                  <c:v>3.2552083333333335</c:v>
                </c:pt>
                <c:pt idx="15">
                  <c:v>3.2552083333333335</c:v>
                </c:pt>
                <c:pt idx="16">
                  <c:v>3.2552083333333335</c:v>
                </c:pt>
                <c:pt idx="17">
                  <c:v>3.4895833333333335</c:v>
                </c:pt>
                <c:pt idx="18">
                  <c:v>3.3802083333333335</c:v>
                </c:pt>
                <c:pt idx="19">
                  <c:v>3.359375</c:v>
                </c:pt>
                <c:pt idx="20">
                  <c:v>3.359375</c:v>
                </c:pt>
                <c:pt idx="21">
                  <c:v>3.359375</c:v>
                </c:pt>
                <c:pt idx="22">
                  <c:v>3.359375</c:v>
                </c:pt>
                <c:pt idx="23">
                  <c:v>3.359375</c:v>
                </c:pt>
                <c:pt idx="24">
                  <c:v>3.359375</c:v>
                </c:pt>
                <c:pt idx="25">
                  <c:v>3.354166666666667</c:v>
                </c:pt>
                <c:pt idx="26">
                  <c:v>3.5416666666666665</c:v>
                </c:pt>
                <c:pt idx="27">
                  <c:v>3.4791666666666665</c:v>
                </c:pt>
                <c:pt idx="28">
                  <c:v>3.3958333333333335</c:v>
                </c:pt>
                <c:pt idx="29">
                  <c:v>3.3958333333333335</c:v>
                </c:pt>
                <c:pt idx="30">
                  <c:v>3.3958333333333335</c:v>
                </c:pt>
                <c:pt idx="31">
                  <c:v>3.3958333333333335</c:v>
                </c:pt>
                <c:pt idx="32">
                  <c:v>3.3958333333333335</c:v>
                </c:pt>
                <c:pt idx="33">
                  <c:v>3.3958333333333335</c:v>
                </c:pt>
                <c:pt idx="34">
                  <c:v>0</c:v>
                </c:pt>
                <c:pt idx="35">
                  <c:v>3.5260416666666661</c:v>
                </c:pt>
                <c:pt idx="36">
                  <c:v>3.4479166666666665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6AF-8847-A561-3DFDE9E9D3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Sheet1!$A$2:$A$38</c:f>
              <c:strCache>
                <c:ptCount val="37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67s</c:v>
                </c:pt>
                <c:pt idx="9">
                  <c:v>75s</c:v>
                </c:pt>
                <c:pt idx="10">
                  <c:v>83s</c:v>
                </c:pt>
                <c:pt idx="11">
                  <c:v>91s</c:v>
                </c:pt>
                <c:pt idx="12">
                  <c:v>100s</c:v>
                </c:pt>
                <c:pt idx="13">
                  <c:v>108s</c:v>
                </c:pt>
                <c:pt idx="14">
                  <c:v>116s</c:v>
                </c:pt>
                <c:pt idx="15">
                  <c:v>125s</c:v>
                </c:pt>
                <c:pt idx="16">
                  <c:v>133s</c:v>
                </c:pt>
                <c:pt idx="17">
                  <c:v>141s</c:v>
                </c:pt>
                <c:pt idx="18">
                  <c:v>150s</c:v>
                </c:pt>
                <c:pt idx="19">
                  <c:v>158s</c:v>
                </c:pt>
                <c:pt idx="20">
                  <c:v>166s</c:v>
                </c:pt>
                <c:pt idx="21">
                  <c:v>174s</c:v>
                </c:pt>
                <c:pt idx="22">
                  <c:v>183s</c:v>
                </c:pt>
                <c:pt idx="23">
                  <c:v>191s</c:v>
                </c:pt>
                <c:pt idx="24">
                  <c:v>199s</c:v>
                </c:pt>
                <c:pt idx="25">
                  <c:v>208s</c:v>
                </c:pt>
                <c:pt idx="26">
                  <c:v>216s</c:v>
                </c:pt>
                <c:pt idx="27">
                  <c:v>224s</c:v>
                </c:pt>
                <c:pt idx="28">
                  <c:v>233s</c:v>
                </c:pt>
                <c:pt idx="29">
                  <c:v>241s</c:v>
                </c:pt>
                <c:pt idx="30">
                  <c:v>249s</c:v>
                </c:pt>
                <c:pt idx="31">
                  <c:v>257s</c:v>
                </c:pt>
                <c:pt idx="32">
                  <c:v>266s</c:v>
                </c:pt>
                <c:pt idx="33">
                  <c:v>274s</c:v>
                </c:pt>
                <c:pt idx="34">
                  <c:v>282s</c:v>
                </c:pt>
                <c:pt idx="35">
                  <c:v>296s</c:v>
                </c:pt>
                <c:pt idx="36">
                  <c:v>304s</c:v>
                </c:pt>
              </c:strCache>
            </c:str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5.6718750000000009</c:v>
                </c:pt>
                <c:pt idx="1">
                  <c:v>5.6718750000000009</c:v>
                </c:pt>
                <c:pt idx="2">
                  <c:v>5.6718750000000009</c:v>
                </c:pt>
                <c:pt idx="3">
                  <c:v>5.6718750000000009</c:v>
                </c:pt>
                <c:pt idx="4">
                  <c:v>5.6718750000000009</c:v>
                </c:pt>
                <c:pt idx="5">
                  <c:v>5.6718750000000009</c:v>
                </c:pt>
                <c:pt idx="6">
                  <c:v>5.6718750000000009</c:v>
                </c:pt>
                <c:pt idx="7">
                  <c:v>5.692708333333333</c:v>
                </c:pt>
                <c:pt idx="8">
                  <c:v>5.901041666666667</c:v>
                </c:pt>
                <c:pt idx="9">
                  <c:v>5.9895833333333339</c:v>
                </c:pt>
                <c:pt idx="10">
                  <c:v>6.0208333333333339</c:v>
                </c:pt>
                <c:pt idx="11">
                  <c:v>6.0208333333333339</c:v>
                </c:pt>
                <c:pt idx="12">
                  <c:v>6.0208333333333339</c:v>
                </c:pt>
                <c:pt idx="13">
                  <c:v>6.0208333333333339</c:v>
                </c:pt>
                <c:pt idx="14">
                  <c:v>6.0208333333333339</c:v>
                </c:pt>
                <c:pt idx="15">
                  <c:v>6.0208333333333339</c:v>
                </c:pt>
                <c:pt idx="16">
                  <c:v>6.0208333333333339</c:v>
                </c:pt>
                <c:pt idx="17">
                  <c:v>6.1822916666666661</c:v>
                </c:pt>
                <c:pt idx="18">
                  <c:v>6.302083333333333</c:v>
                </c:pt>
                <c:pt idx="19">
                  <c:v>6.3333333333333339</c:v>
                </c:pt>
                <c:pt idx="20">
                  <c:v>6.3333333333333339</c:v>
                </c:pt>
                <c:pt idx="21">
                  <c:v>6.3333333333333339</c:v>
                </c:pt>
                <c:pt idx="22">
                  <c:v>6.3333333333333339</c:v>
                </c:pt>
                <c:pt idx="23">
                  <c:v>6.3333333333333339</c:v>
                </c:pt>
                <c:pt idx="24">
                  <c:v>6.3333333333333339</c:v>
                </c:pt>
                <c:pt idx="25">
                  <c:v>6.3333333333333339</c:v>
                </c:pt>
                <c:pt idx="26">
                  <c:v>6.4739583333333339</c:v>
                </c:pt>
                <c:pt idx="27">
                  <c:v>6.59375</c:v>
                </c:pt>
                <c:pt idx="28">
                  <c:v>6.645833333333333</c:v>
                </c:pt>
                <c:pt idx="29">
                  <c:v>6.645833333333333</c:v>
                </c:pt>
                <c:pt idx="30">
                  <c:v>6.645833333333333</c:v>
                </c:pt>
                <c:pt idx="31">
                  <c:v>6.645833333333333</c:v>
                </c:pt>
                <c:pt idx="32">
                  <c:v>6.645833333333333</c:v>
                </c:pt>
                <c:pt idx="33">
                  <c:v>6.645833333333333</c:v>
                </c:pt>
                <c:pt idx="34">
                  <c:v>0</c:v>
                </c:pt>
                <c:pt idx="35">
                  <c:v>6.8489583333333339</c:v>
                </c:pt>
                <c:pt idx="36">
                  <c:v>6.9479166666666661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6AF-8847-A561-3DFDE9E9D3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Sheet1!$A$2:$A$38</c:f>
              <c:strCache>
                <c:ptCount val="37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67s</c:v>
                </c:pt>
                <c:pt idx="9">
                  <c:v>75s</c:v>
                </c:pt>
                <c:pt idx="10">
                  <c:v>83s</c:v>
                </c:pt>
                <c:pt idx="11">
                  <c:v>91s</c:v>
                </c:pt>
                <c:pt idx="12">
                  <c:v>100s</c:v>
                </c:pt>
                <c:pt idx="13">
                  <c:v>108s</c:v>
                </c:pt>
                <c:pt idx="14">
                  <c:v>116s</c:v>
                </c:pt>
                <c:pt idx="15">
                  <c:v>125s</c:v>
                </c:pt>
                <c:pt idx="16">
                  <c:v>133s</c:v>
                </c:pt>
                <c:pt idx="17">
                  <c:v>141s</c:v>
                </c:pt>
                <c:pt idx="18">
                  <c:v>150s</c:v>
                </c:pt>
                <c:pt idx="19">
                  <c:v>158s</c:v>
                </c:pt>
                <c:pt idx="20">
                  <c:v>166s</c:v>
                </c:pt>
                <c:pt idx="21">
                  <c:v>174s</c:v>
                </c:pt>
                <c:pt idx="22">
                  <c:v>183s</c:v>
                </c:pt>
                <c:pt idx="23">
                  <c:v>191s</c:v>
                </c:pt>
                <c:pt idx="24">
                  <c:v>199s</c:v>
                </c:pt>
                <c:pt idx="25">
                  <c:v>208s</c:v>
                </c:pt>
                <c:pt idx="26">
                  <c:v>216s</c:v>
                </c:pt>
                <c:pt idx="27">
                  <c:v>224s</c:v>
                </c:pt>
                <c:pt idx="28">
                  <c:v>233s</c:v>
                </c:pt>
                <c:pt idx="29">
                  <c:v>241s</c:v>
                </c:pt>
                <c:pt idx="30">
                  <c:v>249s</c:v>
                </c:pt>
                <c:pt idx="31">
                  <c:v>257s</c:v>
                </c:pt>
                <c:pt idx="32">
                  <c:v>266s</c:v>
                </c:pt>
                <c:pt idx="33">
                  <c:v>274s</c:v>
                </c:pt>
                <c:pt idx="34">
                  <c:v>282s</c:v>
                </c:pt>
                <c:pt idx="35">
                  <c:v>296s</c:v>
                </c:pt>
                <c:pt idx="36">
                  <c:v>304s</c:v>
                </c:pt>
              </c:strCache>
            </c:strRef>
          </c:cat>
          <c:val>
            <c:numRef>
              <c:f>Sheet1!$D$2:$D$38</c:f>
              <c:numCache>
                <c:formatCode>General</c:formatCode>
                <c:ptCount val="37"/>
                <c:pt idx="0">
                  <c:v>2.0833333333333336E-2</c:v>
                </c:pt>
                <c:pt idx="1">
                  <c:v>2.0833333333333336E-2</c:v>
                </c:pt>
                <c:pt idx="2">
                  <c:v>2.0833333333333336E-2</c:v>
                </c:pt>
                <c:pt idx="3">
                  <c:v>2.0833333333333336E-2</c:v>
                </c:pt>
                <c:pt idx="4">
                  <c:v>2.0833333333333336E-2</c:v>
                </c:pt>
                <c:pt idx="5">
                  <c:v>2.0833333333333336E-2</c:v>
                </c:pt>
                <c:pt idx="6">
                  <c:v>2.0833333333333336E-2</c:v>
                </c:pt>
                <c:pt idx="7">
                  <c:v>2.0833333333333336E-2</c:v>
                </c:pt>
                <c:pt idx="8">
                  <c:v>2.0833333333333336E-2</c:v>
                </c:pt>
                <c:pt idx="9">
                  <c:v>2.0833333333333336E-2</c:v>
                </c:pt>
                <c:pt idx="10">
                  <c:v>2.0833333333333336E-2</c:v>
                </c:pt>
                <c:pt idx="11">
                  <c:v>2.0833333333333336E-2</c:v>
                </c:pt>
                <c:pt idx="12">
                  <c:v>2.0833333333333336E-2</c:v>
                </c:pt>
                <c:pt idx="13">
                  <c:v>2.0833333333333336E-2</c:v>
                </c:pt>
                <c:pt idx="14">
                  <c:v>2.0833333333333336E-2</c:v>
                </c:pt>
                <c:pt idx="15">
                  <c:v>2.0833333333333336E-2</c:v>
                </c:pt>
                <c:pt idx="16">
                  <c:v>2.0833333333333336E-2</c:v>
                </c:pt>
                <c:pt idx="17">
                  <c:v>2.0833333333333336E-2</c:v>
                </c:pt>
                <c:pt idx="18">
                  <c:v>2.0833333333333336E-2</c:v>
                </c:pt>
                <c:pt idx="19">
                  <c:v>2.0833333333333336E-2</c:v>
                </c:pt>
                <c:pt idx="20">
                  <c:v>2.0833333333333336E-2</c:v>
                </c:pt>
                <c:pt idx="21">
                  <c:v>2.0833333333333336E-2</c:v>
                </c:pt>
                <c:pt idx="22">
                  <c:v>2.0833333333333336E-2</c:v>
                </c:pt>
                <c:pt idx="23">
                  <c:v>2.0833333333333336E-2</c:v>
                </c:pt>
                <c:pt idx="24">
                  <c:v>2.0833333333333336E-2</c:v>
                </c:pt>
                <c:pt idx="25">
                  <c:v>2.0833333333333336E-2</c:v>
                </c:pt>
                <c:pt idx="26">
                  <c:v>2.0833333333333336E-2</c:v>
                </c:pt>
                <c:pt idx="27">
                  <c:v>2.0833333333333336E-2</c:v>
                </c:pt>
                <c:pt idx="28">
                  <c:v>2.0833333333333336E-2</c:v>
                </c:pt>
                <c:pt idx="29">
                  <c:v>2.0833333333333336E-2</c:v>
                </c:pt>
                <c:pt idx="30">
                  <c:v>2.0833333333333336E-2</c:v>
                </c:pt>
                <c:pt idx="31">
                  <c:v>2.0833333333333336E-2</c:v>
                </c:pt>
                <c:pt idx="32">
                  <c:v>2.0833333333333336E-2</c:v>
                </c:pt>
                <c:pt idx="33">
                  <c:v>2.0833333333333336E-2</c:v>
                </c:pt>
                <c:pt idx="34">
                  <c:v>0</c:v>
                </c:pt>
                <c:pt idx="35">
                  <c:v>2.0833333333333336E-2</c:v>
                </c:pt>
                <c:pt idx="36">
                  <c:v>2.0833333333333336E-2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6AF-8847-A561-3DFDE9E9D3B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Sheet1!$A$2:$A$38</c:f>
              <c:strCache>
                <c:ptCount val="37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67s</c:v>
                </c:pt>
                <c:pt idx="9">
                  <c:v>75s</c:v>
                </c:pt>
                <c:pt idx="10">
                  <c:v>83s</c:v>
                </c:pt>
                <c:pt idx="11">
                  <c:v>91s</c:v>
                </c:pt>
                <c:pt idx="12">
                  <c:v>100s</c:v>
                </c:pt>
                <c:pt idx="13">
                  <c:v>108s</c:v>
                </c:pt>
                <c:pt idx="14">
                  <c:v>116s</c:v>
                </c:pt>
                <c:pt idx="15">
                  <c:v>125s</c:v>
                </c:pt>
                <c:pt idx="16">
                  <c:v>133s</c:v>
                </c:pt>
                <c:pt idx="17">
                  <c:v>141s</c:v>
                </c:pt>
                <c:pt idx="18">
                  <c:v>150s</c:v>
                </c:pt>
                <c:pt idx="19">
                  <c:v>158s</c:v>
                </c:pt>
                <c:pt idx="20">
                  <c:v>166s</c:v>
                </c:pt>
                <c:pt idx="21">
                  <c:v>174s</c:v>
                </c:pt>
                <c:pt idx="22">
                  <c:v>183s</c:v>
                </c:pt>
                <c:pt idx="23">
                  <c:v>191s</c:v>
                </c:pt>
                <c:pt idx="24">
                  <c:v>199s</c:v>
                </c:pt>
                <c:pt idx="25">
                  <c:v>208s</c:v>
                </c:pt>
                <c:pt idx="26">
                  <c:v>216s</c:v>
                </c:pt>
                <c:pt idx="27">
                  <c:v>224s</c:v>
                </c:pt>
                <c:pt idx="28">
                  <c:v>233s</c:v>
                </c:pt>
                <c:pt idx="29">
                  <c:v>241s</c:v>
                </c:pt>
                <c:pt idx="30">
                  <c:v>249s</c:v>
                </c:pt>
                <c:pt idx="31">
                  <c:v>257s</c:v>
                </c:pt>
                <c:pt idx="32">
                  <c:v>266s</c:v>
                </c:pt>
                <c:pt idx="33">
                  <c:v>274s</c:v>
                </c:pt>
                <c:pt idx="34">
                  <c:v>282s</c:v>
                </c:pt>
                <c:pt idx="35">
                  <c:v>296s</c:v>
                </c:pt>
                <c:pt idx="36">
                  <c:v>304s</c:v>
                </c:pt>
              </c:strCache>
            </c:strRef>
          </c:cat>
          <c:val>
            <c:numRef>
              <c:f>Sheet1!$E$2:$E$38</c:f>
              <c:numCache>
                <c:formatCode>General</c:formatCode>
                <c:ptCount val="37"/>
                <c:pt idx="0">
                  <c:v>1.6302083333333333</c:v>
                </c:pt>
                <c:pt idx="1">
                  <c:v>1.6354166666666665</c:v>
                </c:pt>
                <c:pt idx="2">
                  <c:v>1.640625</c:v>
                </c:pt>
                <c:pt idx="3">
                  <c:v>1.6458333333333335</c:v>
                </c:pt>
                <c:pt idx="4">
                  <c:v>1.6614583333333333</c:v>
                </c:pt>
                <c:pt idx="5">
                  <c:v>1.6614583333333333</c:v>
                </c:pt>
                <c:pt idx="6">
                  <c:v>1.6770833333333335</c:v>
                </c:pt>
                <c:pt idx="7">
                  <c:v>1.6875</c:v>
                </c:pt>
                <c:pt idx="8">
                  <c:v>1.6302083333333333</c:v>
                </c:pt>
                <c:pt idx="9">
                  <c:v>1.6145833333333335</c:v>
                </c:pt>
                <c:pt idx="10">
                  <c:v>1.625</c:v>
                </c:pt>
                <c:pt idx="11">
                  <c:v>1.6354166666666665</c:v>
                </c:pt>
                <c:pt idx="12">
                  <c:v>1.640625</c:v>
                </c:pt>
                <c:pt idx="13">
                  <c:v>1.6458333333333335</c:v>
                </c:pt>
                <c:pt idx="14">
                  <c:v>1.65625</c:v>
                </c:pt>
                <c:pt idx="15">
                  <c:v>1.6666666666666667</c:v>
                </c:pt>
                <c:pt idx="16">
                  <c:v>1.671875</c:v>
                </c:pt>
                <c:pt idx="17">
                  <c:v>1.6145833333333335</c:v>
                </c:pt>
                <c:pt idx="18">
                  <c:v>1.59375</c:v>
                </c:pt>
                <c:pt idx="19">
                  <c:v>1.6302083333333333</c:v>
                </c:pt>
                <c:pt idx="20">
                  <c:v>1.6354166666666665</c:v>
                </c:pt>
                <c:pt idx="21">
                  <c:v>1.640625</c:v>
                </c:pt>
                <c:pt idx="22">
                  <c:v>1.6458333333333335</c:v>
                </c:pt>
                <c:pt idx="23">
                  <c:v>1.65625</c:v>
                </c:pt>
                <c:pt idx="24">
                  <c:v>1.671875</c:v>
                </c:pt>
                <c:pt idx="25">
                  <c:v>1.6666666666666667</c:v>
                </c:pt>
                <c:pt idx="26">
                  <c:v>1.6197916666666665</c:v>
                </c:pt>
                <c:pt idx="27">
                  <c:v>1.6302083333333333</c:v>
                </c:pt>
                <c:pt idx="28">
                  <c:v>1.625</c:v>
                </c:pt>
                <c:pt idx="29">
                  <c:v>1.625</c:v>
                </c:pt>
                <c:pt idx="30">
                  <c:v>1.6354166666666665</c:v>
                </c:pt>
                <c:pt idx="31">
                  <c:v>1.6510416666666665</c:v>
                </c:pt>
                <c:pt idx="32">
                  <c:v>1.65625</c:v>
                </c:pt>
                <c:pt idx="33">
                  <c:v>1.6666666666666667</c:v>
                </c:pt>
                <c:pt idx="34">
                  <c:v>1.6875</c:v>
                </c:pt>
                <c:pt idx="35">
                  <c:v>1.6302083333333333</c:v>
                </c:pt>
                <c:pt idx="36">
                  <c:v>1.6041666666666665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6AF-8847-A561-3DFDE9E9D3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certs/s</c:v>
                </c:pt>
              </c:strCache>
            </c:strRef>
          </c:tx>
          <c:spPr>
            <a:ln w="22225">
              <a:solidFill>
                <a:srgbClr val="2F5FD0"/>
              </a:solidFill>
            </a:ln>
          </c:spPr>
          <c:cat>
            <c:strRef>
              <c:f>Sheet1!$A$2:$A$4</c:f>
              <c:strCache>
                <c:ptCount val="3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2404</c:v>
                </c:pt>
                <c:pt idx="1">
                  <c:v>3195</c:v>
                </c:pt>
                <c:pt idx="2">
                  <c:v>3952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CA0-CC4E-B61D-AEC9A26EAC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Sheet1!$A$2:$A$4</c:f>
              <c:strCache>
                <c:ptCount val="3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39.26</c:v>
                </c:pt>
                <c:pt idx="1">
                  <c:v>40.64</c:v>
                </c:pt>
                <c:pt idx="2">
                  <c:v>41.29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A4-5647-95BA-5D0CCFB1F2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p90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Sheet1!$A$2:$A$4</c:f>
              <c:strCache>
                <c:ptCount val="3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43.02</c:v>
                </c:pt>
                <c:pt idx="1">
                  <c:v>58.81</c:v>
                </c:pt>
                <c:pt idx="2">
                  <c:v>74.03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1A4-5647-95BA-5D0CCFB1F27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p95</c:v>
                </c:pt>
              </c:strCache>
            </c:strRef>
          </c:tx>
          <c:spPr>
            <a:ln w="22225">
              <a:solidFill>
                <a:srgbClr val="BD7D1C"/>
              </a:solidFill>
            </a:ln>
          </c:spPr>
          <c:cat>
            <c:strRef>
              <c:f>Sheet1!$A$2:$A$4</c:f>
              <c:strCache>
                <c:ptCount val="3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44.68</c:v>
                </c:pt>
                <c:pt idx="1">
                  <c:v>63.6</c:v>
                </c:pt>
                <c:pt idx="2">
                  <c:v>86.72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1A4-5647-95BA-5D0CCFB1F27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p99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Sheet1!$A$2:$A$4</c:f>
              <c:strCache>
                <c:ptCount val="3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50.52</c:v>
                </c:pt>
                <c:pt idx="1">
                  <c:v>75.16</c:v>
                </c:pt>
                <c:pt idx="2">
                  <c:v>130.36000000000001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1A4-5647-95BA-5D0CCFB1F27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max</c:v>
                </c:pt>
              </c:strCache>
            </c:strRef>
          </c:tx>
          <c:spPr>
            <a:ln w="22225">
              <a:solidFill>
                <a:srgbClr val="7259C9"/>
              </a:solidFill>
            </a:ln>
          </c:spPr>
          <c:cat>
            <c:strRef>
              <c:f>Sheet1!$A$2:$A$4</c:f>
              <c:strCache>
                <c:ptCount val="3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167.34</c:v>
                </c:pt>
                <c:pt idx="1">
                  <c:v>201.08</c:v>
                </c:pt>
                <c:pt idx="2">
                  <c:v>282.3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1A4-5647-95BA-5D0CCFB1F2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Sheet1!$A$2:$A$147</c:f>
              <c:strCache>
                <c:ptCount val="146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67s</c:v>
                </c:pt>
                <c:pt idx="9">
                  <c:v>80s</c:v>
                </c:pt>
                <c:pt idx="10">
                  <c:v>88s</c:v>
                </c:pt>
                <c:pt idx="11">
                  <c:v>97s</c:v>
                </c:pt>
                <c:pt idx="12">
                  <c:v>105s</c:v>
                </c:pt>
                <c:pt idx="13">
                  <c:v>113s</c:v>
                </c:pt>
                <c:pt idx="14">
                  <c:v>122s</c:v>
                </c:pt>
                <c:pt idx="15">
                  <c:v>130s</c:v>
                </c:pt>
                <c:pt idx="16">
                  <c:v>139s</c:v>
                </c:pt>
                <c:pt idx="17">
                  <c:v>147s</c:v>
                </c:pt>
                <c:pt idx="18">
                  <c:v>155s</c:v>
                </c:pt>
                <c:pt idx="19">
                  <c:v>164s</c:v>
                </c:pt>
                <c:pt idx="20">
                  <c:v>172s</c:v>
                </c:pt>
                <c:pt idx="21">
                  <c:v>180s</c:v>
                </c:pt>
                <c:pt idx="22">
                  <c:v>189s</c:v>
                </c:pt>
                <c:pt idx="23">
                  <c:v>197s</c:v>
                </c:pt>
                <c:pt idx="24">
                  <c:v>206s</c:v>
                </c:pt>
                <c:pt idx="25">
                  <c:v>214s</c:v>
                </c:pt>
                <c:pt idx="26">
                  <c:v>222s</c:v>
                </c:pt>
                <c:pt idx="27">
                  <c:v>231s</c:v>
                </c:pt>
                <c:pt idx="28">
                  <c:v>239s</c:v>
                </c:pt>
                <c:pt idx="29">
                  <c:v>248s</c:v>
                </c:pt>
                <c:pt idx="30">
                  <c:v>256s</c:v>
                </c:pt>
                <c:pt idx="31">
                  <c:v>265s</c:v>
                </c:pt>
                <c:pt idx="32">
                  <c:v>273s</c:v>
                </c:pt>
                <c:pt idx="33">
                  <c:v>282s</c:v>
                </c:pt>
                <c:pt idx="34">
                  <c:v>290s</c:v>
                </c:pt>
                <c:pt idx="35">
                  <c:v>298s</c:v>
                </c:pt>
                <c:pt idx="36">
                  <c:v>307s</c:v>
                </c:pt>
                <c:pt idx="37">
                  <c:v>315s</c:v>
                </c:pt>
                <c:pt idx="38">
                  <c:v>324s</c:v>
                </c:pt>
                <c:pt idx="39">
                  <c:v>333s</c:v>
                </c:pt>
                <c:pt idx="40">
                  <c:v>341s</c:v>
                </c:pt>
                <c:pt idx="41">
                  <c:v>350s</c:v>
                </c:pt>
                <c:pt idx="42">
                  <c:v>358s</c:v>
                </c:pt>
                <c:pt idx="43">
                  <c:v>367s</c:v>
                </c:pt>
                <c:pt idx="44">
                  <c:v>375s</c:v>
                </c:pt>
                <c:pt idx="45">
                  <c:v>383s</c:v>
                </c:pt>
                <c:pt idx="46">
                  <c:v>392s</c:v>
                </c:pt>
                <c:pt idx="47">
                  <c:v>400s</c:v>
                </c:pt>
                <c:pt idx="48">
                  <c:v>408s</c:v>
                </c:pt>
                <c:pt idx="49">
                  <c:v>416s</c:v>
                </c:pt>
                <c:pt idx="50">
                  <c:v>425s</c:v>
                </c:pt>
                <c:pt idx="51">
                  <c:v>433s</c:v>
                </c:pt>
                <c:pt idx="52">
                  <c:v>441s</c:v>
                </c:pt>
                <c:pt idx="53">
                  <c:v>449s</c:v>
                </c:pt>
                <c:pt idx="54">
                  <c:v>458s</c:v>
                </c:pt>
                <c:pt idx="55">
                  <c:v>466s</c:v>
                </c:pt>
                <c:pt idx="56">
                  <c:v>474s</c:v>
                </c:pt>
                <c:pt idx="57">
                  <c:v>483s</c:v>
                </c:pt>
                <c:pt idx="58">
                  <c:v>491s</c:v>
                </c:pt>
                <c:pt idx="59">
                  <c:v>500s</c:v>
                </c:pt>
                <c:pt idx="60">
                  <c:v>508s</c:v>
                </c:pt>
                <c:pt idx="61">
                  <c:v>517s</c:v>
                </c:pt>
                <c:pt idx="62">
                  <c:v>525s</c:v>
                </c:pt>
                <c:pt idx="63">
                  <c:v>533s</c:v>
                </c:pt>
                <c:pt idx="64">
                  <c:v>542s</c:v>
                </c:pt>
                <c:pt idx="65">
                  <c:v>550s</c:v>
                </c:pt>
                <c:pt idx="66">
                  <c:v>559s</c:v>
                </c:pt>
                <c:pt idx="67">
                  <c:v>567s</c:v>
                </c:pt>
                <c:pt idx="68">
                  <c:v>575s</c:v>
                </c:pt>
                <c:pt idx="69">
                  <c:v>584s</c:v>
                </c:pt>
                <c:pt idx="70">
                  <c:v>592s</c:v>
                </c:pt>
                <c:pt idx="71">
                  <c:v>601s</c:v>
                </c:pt>
                <c:pt idx="72">
                  <c:v>609s</c:v>
                </c:pt>
                <c:pt idx="73">
                  <c:v>618s</c:v>
                </c:pt>
                <c:pt idx="74">
                  <c:v>626s</c:v>
                </c:pt>
                <c:pt idx="75">
                  <c:v>634s</c:v>
                </c:pt>
                <c:pt idx="76">
                  <c:v>643s</c:v>
                </c:pt>
                <c:pt idx="77">
                  <c:v>651s</c:v>
                </c:pt>
                <c:pt idx="78">
                  <c:v>660s</c:v>
                </c:pt>
                <c:pt idx="79">
                  <c:v>668s</c:v>
                </c:pt>
                <c:pt idx="80">
                  <c:v>677s</c:v>
                </c:pt>
                <c:pt idx="81">
                  <c:v>685s</c:v>
                </c:pt>
                <c:pt idx="82">
                  <c:v>694s</c:v>
                </c:pt>
                <c:pt idx="83">
                  <c:v>702s</c:v>
                </c:pt>
                <c:pt idx="84">
                  <c:v>710s</c:v>
                </c:pt>
                <c:pt idx="85">
                  <c:v>719s</c:v>
                </c:pt>
                <c:pt idx="86">
                  <c:v>727s</c:v>
                </c:pt>
                <c:pt idx="87">
                  <c:v>736s</c:v>
                </c:pt>
                <c:pt idx="88">
                  <c:v>744s</c:v>
                </c:pt>
                <c:pt idx="89">
                  <c:v>753s</c:v>
                </c:pt>
                <c:pt idx="90">
                  <c:v>761s</c:v>
                </c:pt>
                <c:pt idx="91">
                  <c:v>770s</c:v>
                </c:pt>
                <c:pt idx="92">
                  <c:v>778s</c:v>
                </c:pt>
                <c:pt idx="93">
                  <c:v>787s</c:v>
                </c:pt>
                <c:pt idx="94">
                  <c:v>795s</c:v>
                </c:pt>
                <c:pt idx="95">
                  <c:v>804s</c:v>
                </c:pt>
                <c:pt idx="96">
                  <c:v>812s</c:v>
                </c:pt>
                <c:pt idx="97">
                  <c:v>820s</c:v>
                </c:pt>
                <c:pt idx="98">
                  <c:v>829s</c:v>
                </c:pt>
                <c:pt idx="99">
                  <c:v>837s</c:v>
                </c:pt>
                <c:pt idx="100">
                  <c:v>845s</c:v>
                </c:pt>
                <c:pt idx="101">
                  <c:v>854s</c:v>
                </c:pt>
                <c:pt idx="102">
                  <c:v>862s</c:v>
                </c:pt>
                <c:pt idx="103">
                  <c:v>870s</c:v>
                </c:pt>
                <c:pt idx="104">
                  <c:v>879s</c:v>
                </c:pt>
                <c:pt idx="105">
                  <c:v>887s</c:v>
                </c:pt>
                <c:pt idx="106">
                  <c:v>895s</c:v>
                </c:pt>
                <c:pt idx="107">
                  <c:v>904s</c:v>
                </c:pt>
                <c:pt idx="108">
                  <c:v>912s</c:v>
                </c:pt>
                <c:pt idx="109">
                  <c:v>920s</c:v>
                </c:pt>
                <c:pt idx="110">
                  <c:v>929s</c:v>
                </c:pt>
                <c:pt idx="111">
                  <c:v>937s</c:v>
                </c:pt>
                <c:pt idx="112">
                  <c:v>945s</c:v>
                </c:pt>
                <c:pt idx="113">
                  <c:v>954s</c:v>
                </c:pt>
                <c:pt idx="114">
                  <c:v>963s</c:v>
                </c:pt>
                <c:pt idx="115">
                  <c:v>971s</c:v>
                </c:pt>
                <c:pt idx="116">
                  <c:v>979s</c:v>
                </c:pt>
                <c:pt idx="117">
                  <c:v>988s</c:v>
                </c:pt>
                <c:pt idx="118">
                  <c:v>996s</c:v>
                </c:pt>
                <c:pt idx="119">
                  <c:v>1004s</c:v>
                </c:pt>
                <c:pt idx="120">
                  <c:v>1013s</c:v>
                </c:pt>
                <c:pt idx="121">
                  <c:v>1021s</c:v>
                </c:pt>
                <c:pt idx="122">
                  <c:v>1030s</c:v>
                </c:pt>
                <c:pt idx="123">
                  <c:v>1038s</c:v>
                </c:pt>
                <c:pt idx="124">
                  <c:v>1047s</c:v>
                </c:pt>
                <c:pt idx="125">
                  <c:v>1055s</c:v>
                </c:pt>
                <c:pt idx="126">
                  <c:v>1063s</c:v>
                </c:pt>
                <c:pt idx="127">
                  <c:v>1072s</c:v>
                </c:pt>
                <c:pt idx="128">
                  <c:v>1080s</c:v>
                </c:pt>
                <c:pt idx="129">
                  <c:v>1089s</c:v>
                </c:pt>
                <c:pt idx="130">
                  <c:v>1097s</c:v>
                </c:pt>
                <c:pt idx="131">
                  <c:v>1106s</c:v>
                </c:pt>
                <c:pt idx="132">
                  <c:v>1114s</c:v>
                </c:pt>
                <c:pt idx="133">
                  <c:v>1123s</c:v>
                </c:pt>
                <c:pt idx="134">
                  <c:v>1131s</c:v>
                </c:pt>
                <c:pt idx="135">
                  <c:v>1140s</c:v>
                </c:pt>
                <c:pt idx="136">
                  <c:v>1148s</c:v>
                </c:pt>
                <c:pt idx="137">
                  <c:v>1157s</c:v>
                </c:pt>
                <c:pt idx="138">
                  <c:v>1165s</c:v>
                </c:pt>
                <c:pt idx="139">
                  <c:v>1173s</c:v>
                </c:pt>
                <c:pt idx="140">
                  <c:v>1182s</c:v>
                </c:pt>
                <c:pt idx="141">
                  <c:v>1190s</c:v>
                </c:pt>
                <c:pt idx="142">
                  <c:v>1199s</c:v>
                </c:pt>
                <c:pt idx="143">
                  <c:v>1207s</c:v>
                </c:pt>
                <c:pt idx="144">
                  <c:v>1216s</c:v>
                </c:pt>
                <c:pt idx="145">
                  <c:v>1224s</c:v>
                </c:pt>
              </c:strCache>
            </c:strRef>
          </c:cat>
          <c:val>
            <c:numRef>
              <c:f>Sheet1!$B$2:$B$147</c:f>
              <c:numCache>
                <c:formatCode>General</c:formatCode>
                <c:ptCount val="14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66.770833333333329</c:v>
                </c:pt>
                <c:pt idx="42">
                  <c:v>66.770833333333329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36.979166666666671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81.666666666666671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53.229166666666671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0.20833333333333334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85.208333333333329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65.9375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D8-264F-9A1C-4B014220B5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Sheet1!$A$2:$A$147</c:f>
              <c:strCache>
                <c:ptCount val="146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67s</c:v>
                </c:pt>
                <c:pt idx="9">
                  <c:v>80s</c:v>
                </c:pt>
                <c:pt idx="10">
                  <c:v>88s</c:v>
                </c:pt>
                <c:pt idx="11">
                  <c:v>97s</c:v>
                </c:pt>
                <c:pt idx="12">
                  <c:v>105s</c:v>
                </c:pt>
                <c:pt idx="13">
                  <c:v>113s</c:v>
                </c:pt>
                <c:pt idx="14">
                  <c:v>122s</c:v>
                </c:pt>
                <c:pt idx="15">
                  <c:v>130s</c:v>
                </c:pt>
                <c:pt idx="16">
                  <c:v>139s</c:v>
                </c:pt>
                <c:pt idx="17">
                  <c:v>147s</c:v>
                </c:pt>
                <c:pt idx="18">
                  <c:v>155s</c:v>
                </c:pt>
                <c:pt idx="19">
                  <c:v>164s</c:v>
                </c:pt>
                <c:pt idx="20">
                  <c:v>172s</c:v>
                </c:pt>
                <c:pt idx="21">
                  <c:v>180s</c:v>
                </c:pt>
                <c:pt idx="22">
                  <c:v>189s</c:v>
                </c:pt>
                <c:pt idx="23">
                  <c:v>197s</c:v>
                </c:pt>
                <c:pt idx="24">
                  <c:v>206s</c:v>
                </c:pt>
                <c:pt idx="25">
                  <c:v>214s</c:v>
                </c:pt>
                <c:pt idx="26">
                  <c:v>222s</c:v>
                </c:pt>
                <c:pt idx="27">
                  <c:v>231s</c:v>
                </c:pt>
                <c:pt idx="28">
                  <c:v>239s</c:v>
                </c:pt>
                <c:pt idx="29">
                  <c:v>248s</c:v>
                </c:pt>
                <c:pt idx="30">
                  <c:v>256s</c:v>
                </c:pt>
                <c:pt idx="31">
                  <c:v>265s</c:v>
                </c:pt>
                <c:pt idx="32">
                  <c:v>273s</c:v>
                </c:pt>
                <c:pt idx="33">
                  <c:v>282s</c:v>
                </c:pt>
                <c:pt idx="34">
                  <c:v>290s</c:v>
                </c:pt>
                <c:pt idx="35">
                  <c:v>298s</c:v>
                </c:pt>
                <c:pt idx="36">
                  <c:v>307s</c:v>
                </c:pt>
                <c:pt idx="37">
                  <c:v>315s</c:v>
                </c:pt>
                <c:pt idx="38">
                  <c:v>324s</c:v>
                </c:pt>
                <c:pt idx="39">
                  <c:v>333s</c:v>
                </c:pt>
                <c:pt idx="40">
                  <c:v>341s</c:v>
                </c:pt>
                <c:pt idx="41">
                  <c:v>350s</c:v>
                </c:pt>
                <c:pt idx="42">
                  <c:v>358s</c:v>
                </c:pt>
                <c:pt idx="43">
                  <c:v>367s</c:v>
                </c:pt>
                <c:pt idx="44">
                  <c:v>375s</c:v>
                </c:pt>
                <c:pt idx="45">
                  <c:v>383s</c:v>
                </c:pt>
                <c:pt idx="46">
                  <c:v>392s</c:v>
                </c:pt>
                <c:pt idx="47">
                  <c:v>400s</c:v>
                </c:pt>
                <c:pt idx="48">
                  <c:v>408s</c:v>
                </c:pt>
                <c:pt idx="49">
                  <c:v>416s</c:v>
                </c:pt>
                <c:pt idx="50">
                  <c:v>425s</c:v>
                </c:pt>
                <c:pt idx="51">
                  <c:v>433s</c:v>
                </c:pt>
                <c:pt idx="52">
                  <c:v>441s</c:v>
                </c:pt>
                <c:pt idx="53">
                  <c:v>449s</c:v>
                </c:pt>
                <c:pt idx="54">
                  <c:v>458s</c:v>
                </c:pt>
                <c:pt idx="55">
                  <c:v>466s</c:v>
                </c:pt>
                <c:pt idx="56">
                  <c:v>474s</c:v>
                </c:pt>
                <c:pt idx="57">
                  <c:v>483s</c:v>
                </c:pt>
                <c:pt idx="58">
                  <c:v>491s</c:v>
                </c:pt>
                <c:pt idx="59">
                  <c:v>500s</c:v>
                </c:pt>
                <c:pt idx="60">
                  <c:v>508s</c:v>
                </c:pt>
                <c:pt idx="61">
                  <c:v>517s</c:v>
                </c:pt>
                <c:pt idx="62">
                  <c:v>525s</c:v>
                </c:pt>
                <c:pt idx="63">
                  <c:v>533s</c:v>
                </c:pt>
                <c:pt idx="64">
                  <c:v>542s</c:v>
                </c:pt>
                <c:pt idx="65">
                  <c:v>550s</c:v>
                </c:pt>
                <c:pt idx="66">
                  <c:v>559s</c:v>
                </c:pt>
                <c:pt idx="67">
                  <c:v>567s</c:v>
                </c:pt>
                <c:pt idx="68">
                  <c:v>575s</c:v>
                </c:pt>
                <c:pt idx="69">
                  <c:v>584s</c:v>
                </c:pt>
                <c:pt idx="70">
                  <c:v>592s</c:v>
                </c:pt>
                <c:pt idx="71">
                  <c:v>601s</c:v>
                </c:pt>
                <c:pt idx="72">
                  <c:v>609s</c:v>
                </c:pt>
                <c:pt idx="73">
                  <c:v>618s</c:v>
                </c:pt>
                <c:pt idx="74">
                  <c:v>626s</c:v>
                </c:pt>
                <c:pt idx="75">
                  <c:v>634s</c:v>
                </c:pt>
                <c:pt idx="76">
                  <c:v>643s</c:v>
                </c:pt>
                <c:pt idx="77">
                  <c:v>651s</c:v>
                </c:pt>
                <c:pt idx="78">
                  <c:v>660s</c:v>
                </c:pt>
                <c:pt idx="79">
                  <c:v>668s</c:v>
                </c:pt>
                <c:pt idx="80">
                  <c:v>677s</c:v>
                </c:pt>
                <c:pt idx="81">
                  <c:v>685s</c:v>
                </c:pt>
                <c:pt idx="82">
                  <c:v>694s</c:v>
                </c:pt>
                <c:pt idx="83">
                  <c:v>702s</c:v>
                </c:pt>
                <c:pt idx="84">
                  <c:v>710s</c:v>
                </c:pt>
                <c:pt idx="85">
                  <c:v>719s</c:v>
                </c:pt>
                <c:pt idx="86">
                  <c:v>727s</c:v>
                </c:pt>
                <c:pt idx="87">
                  <c:v>736s</c:v>
                </c:pt>
                <c:pt idx="88">
                  <c:v>744s</c:v>
                </c:pt>
                <c:pt idx="89">
                  <c:v>753s</c:v>
                </c:pt>
                <c:pt idx="90">
                  <c:v>761s</c:v>
                </c:pt>
                <c:pt idx="91">
                  <c:v>770s</c:v>
                </c:pt>
                <c:pt idx="92">
                  <c:v>778s</c:v>
                </c:pt>
                <c:pt idx="93">
                  <c:v>787s</c:v>
                </c:pt>
                <c:pt idx="94">
                  <c:v>795s</c:v>
                </c:pt>
                <c:pt idx="95">
                  <c:v>804s</c:v>
                </c:pt>
                <c:pt idx="96">
                  <c:v>812s</c:v>
                </c:pt>
                <c:pt idx="97">
                  <c:v>820s</c:v>
                </c:pt>
                <c:pt idx="98">
                  <c:v>829s</c:v>
                </c:pt>
                <c:pt idx="99">
                  <c:v>837s</c:v>
                </c:pt>
                <c:pt idx="100">
                  <c:v>845s</c:v>
                </c:pt>
                <c:pt idx="101">
                  <c:v>854s</c:v>
                </c:pt>
                <c:pt idx="102">
                  <c:v>862s</c:v>
                </c:pt>
                <c:pt idx="103">
                  <c:v>870s</c:v>
                </c:pt>
                <c:pt idx="104">
                  <c:v>879s</c:v>
                </c:pt>
                <c:pt idx="105">
                  <c:v>887s</c:v>
                </c:pt>
                <c:pt idx="106">
                  <c:v>895s</c:v>
                </c:pt>
                <c:pt idx="107">
                  <c:v>904s</c:v>
                </c:pt>
                <c:pt idx="108">
                  <c:v>912s</c:v>
                </c:pt>
                <c:pt idx="109">
                  <c:v>920s</c:v>
                </c:pt>
                <c:pt idx="110">
                  <c:v>929s</c:v>
                </c:pt>
                <c:pt idx="111">
                  <c:v>937s</c:v>
                </c:pt>
                <c:pt idx="112">
                  <c:v>945s</c:v>
                </c:pt>
                <c:pt idx="113">
                  <c:v>954s</c:v>
                </c:pt>
                <c:pt idx="114">
                  <c:v>963s</c:v>
                </c:pt>
                <c:pt idx="115">
                  <c:v>971s</c:v>
                </c:pt>
                <c:pt idx="116">
                  <c:v>979s</c:v>
                </c:pt>
                <c:pt idx="117">
                  <c:v>988s</c:v>
                </c:pt>
                <c:pt idx="118">
                  <c:v>996s</c:v>
                </c:pt>
                <c:pt idx="119">
                  <c:v>1004s</c:v>
                </c:pt>
                <c:pt idx="120">
                  <c:v>1013s</c:v>
                </c:pt>
                <c:pt idx="121">
                  <c:v>1021s</c:v>
                </c:pt>
                <c:pt idx="122">
                  <c:v>1030s</c:v>
                </c:pt>
                <c:pt idx="123">
                  <c:v>1038s</c:v>
                </c:pt>
                <c:pt idx="124">
                  <c:v>1047s</c:v>
                </c:pt>
                <c:pt idx="125">
                  <c:v>1055s</c:v>
                </c:pt>
                <c:pt idx="126">
                  <c:v>1063s</c:v>
                </c:pt>
                <c:pt idx="127">
                  <c:v>1072s</c:v>
                </c:pt>
                <c:pt idx="128">
                  <c:v>1080s</c:v>
                </c:pt>
                <c:pt idx="129">
                  <c:v>1089s</c:v>
                </c:pt>
                <c:pt idx="130">
                  <c:v>1097s</c:v>
                </c:pt>
                <c:pt idx="131">
                  <c:v>1106s</c:v>
                </c:pt>
                <c:pt idx="132">
                  <c:v>1114s</c:v>
                </c:pt>
                <c:pt idx="133">
                  <c:v>1123s</c:v>
                </c:pt>
                <c:pt idx="134">
                  <c:v>1131s</c:v>
                </c:pt>
                <c:pt idx="135">
                  <c:v>1140s</c:v>
                </c:pt>
                <c:pt idx="136">
                  <c:v>1148s</c:v>
                </c:pt>
                <c:pt idx="137">
                  <c:v>1157s</c:v>
                </c:pt>
                <c:pt idx="138">
                  <c:v>1165s</c:v>
                </c:pt>
                <c:pt idx="139">
                  <c:v>1173s</c:v>
                </c:pt>
                <c:pt idx="140">
                  <c:v>1182s</c:v>
                </c:pt>
                <c:pt idx="141">
                  <c:v>1190s</c:v>
                </c:pt>
                <c:pt idx="142">
                  <c:v>1199s</c:v>
                </c:pt>
                <c:pt idx="143">
                  <c:v>1207s</c:v>
                </c:pt>
                <c:pt idx="144">
                  <c:v>1216s</c:v>
                </c:pt>
                <c:pt idx="145">
                  <c:v>1224s</c:v>
                </c:pt>
              </c:strCache>
            </c:strRef>
          </c:cat>
          <c:val>
            <c:numRef>
              <c:f>Sheet1!$C$2:$C$147</c:f>
              <c:numCache>
                <c:formatCode>General</c:formatCode>
                <c:ptCount val="14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1.875</c:v>
                </c:pt>
                <c:pt idx="42">
                  <c:v>1.875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0.9375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3.0208333333333335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1.6666666666666667</c:v>
                </c:pt>
                <c:pt idx="98">
                  <c:v>0.10416666666666667</c:v>
                </c:pt>
                <c:pt idx="99">
                  <c:v>0.10416666666666667</c:v>
                </c:pt>
                <c:pt idx="100">
                  <c:v>0.10416666666666667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3.229166666666667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1.9791666666666665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D8-264F-9A1C-4B014220B52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Sheet1!$A$2:$A$147</c:f>
              <c:strCache>
                <c:ptCount val="146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67s</c:v>
                </c:pt>
                <c:pt idx="9">
                  <c:v>80s</c:v>
                </c:pt>
                <c:pt idx="10">
                  <c:v>88s</c:v>
                </c:pt>
                <c:pt idx="11">
                  <c:v>97s</c:v>
                </c:pt>
                <c:pt idx="12">
                  <c:v>105s</c:v>
                </c:pt>
                <c:pt idx="13">
                  <c:v>113s</c:v>
                </c:pt>
                <c:pt idx="14">
                  <c:v>122s</c:v>
                </c:pt>
                <c:pt idx="15">
                  <c:v>130s</c:v>
                </c:pt>
                <c:pt idx="16">
                  <c:v>139s</c:v>
                </c:pt>
                <c:pt idx="17">
                  <c:v>147s</c:v>
                </c:pt>
                <c:pt idx="18">
                  <c:v>155s</c:v>
                </c:pt>
                <c:pt idx="19">
                  <c:v>164s</c:v>
                </c:pt>
                <c:pt idx="20">
                  <c:v>172s</c:v>
                </c:pt>
                <c:pt idx="21">
                  <c:v>180s</c:v>
                </c:pt>
                <c:pt idx="22">
                  <c:v>189s</c:v>
                </c:pt>
                <c:pt idx="23">
                  <c:v>197s</c:v>
                </c:pt>
                <c:pt idx="24">
                  <c:v>206s</c:v>
                </c:pt>
                <c:pt idx="25">
                  <c:v>214s</c:v>
                </c:pt>
                <c:pt idx="26">
                  <c:v>222s</c:v>
                </c:pt>
                <c:pt idx="27">
                  <c:v>231s</c:v>
                </c:pt>
                <c:pt idx="28">
                  <c:v>239s</c:v>
                </c:pt>
                <c:pt idx="29">
                  <c:v>248s</c:v>
                </c:pt>
                <c:pt idx="30">
                  <c:v>256s</c:v>
                </c:pt>
                <c:pt idx="31">
                  <c:v>265s</c:v>
                </c:pt>
                <c:pt idx="32">
                  <c:v>273s</c:v>
                </c:pt>
                <c:pt idx="33">
                  <c:v>282s</c:v>
                </c:pt>
                <c:pt idx="34">
                  <c:v>290s</c:v>
                </c:pt>
                <c:pt idx="35">
                  <c:v>298s</c:v>
                </c:pt>
                <c:pt idx="36">
                  <c:v>307s</c:v>
                </c:pt>
                <c:pt idx="37">
                  <c:v>315s</c:v>
                </c:pt>
                <c:pt idx="38">
                  <c:v>324s</c:v>
                </c:pt>
                <c:pt idx="39">
                  <c:v>333s</c:v>
                </c:pt>
                <c:pt idx="40">
                  <c:v>341s</c:v>
                </c:pt>
                <c:pt idx="41">
                  <c:v>350s</c:v>
                </c:pt>
                <c:pt idx="42">
                  <c:v>358s</c:v>
                </c:pt>
                <c:pt idx="43">
                  <c:v>367s</c:v>
                </c:pt>
                <c:pt idx="44">
                  <c:v>375s</c:v>
                </c:pt>
                <c:pt idx="45">
                  <c:v>383s</c:v>
                </c:pt>
                <c:pt idx="46">
                  <c:v>392s</c:v>
                </c:pt>
                <c:pt idx="47">
                  <c:v>400s</c:v>
                </c:pt>
                <c:pt idx="48">
                  <c:v>408s</c:v>
                </c:pt>
                <c:pt idx="49">
                  <c:v>416s</c:v>
                </c:pt>
                <c:pt idx="50">
                  <c:v>425s</c:v>
                </c:pt>
                <c:pt idx="51">
                  <c:v>433s</c:v>
                </c:pt>
                <c:pt idx="52">
                  <c:v>441s</c:v>
                </c:pt>
                <c:pt idx="53">
                  <c:v>449s</c:v>
                </c:pt>
                <c:pt idx="54">
                  <c:v>458s</c:v>
                </c:pt>
                <c:pt idx="55">
                  <c:v>466s</c:v>
                </c:pt>
                <c:pt idx="56">
                  <c:v>474s</c:v>
                </c:pt>
                <c:pt idx="57">
                  <c:v>483s</c:v>
                </c:pt>
                <c:pt idx="58">
                  <c:v>491s</c:v>
                </c:pt>
                <c:pt idx="59">
                  <c:v>500s</c:v>
                </c:pt>
                <c:pt idx="60">
                  <c:v>508s</c:v>
                </c:pt>
                <c:pt idx="61">
                  <c:v>517s</c:v>
                </c:pt>
                <c:pt idx="62">
                  <c:v>525s</c:v>
                </c:pt>
                <c:pt idx="63">
                  <c:v>533s</c:v>
                </c:pt>
                <c:pt idx="64">
                  <c:v>542s</c:v>
                </c:pt>
                <c:pt idx="65">
                  <c:v>550s</c:v>
                </c:pt>
                <c:pt idx="66">
                  <c:v>559s</c:v>
                </c:pt>
                <c:pt idx="67">
                  <c:v>567s</c:v>
                </c:pt>
                <c:pt idx="68">
                  <c:v>575s</c:v>
                </c:pt>
                <c:pt idx="69">
                  <c:v>584s</c:v>
                </c:pt>
                <c:pt idx="70">
                  <c:v>592s</c:v>
                </c:pt>
                <c:pt idx="71">
                  <c:v>601s</c:v>
                </c:pt>
                <c:pt idx="72">
                  <c:v>609s</c:v>
                </c:pt>
                <c:pt idx="73">
                  <c:v>618s</c:v>
                </c:pt>
                <c:pt idx="74">
                  <c:v>626s</c:v>
                </c:pt>
                <c:pt idx="75">
                  <c:v>634s</c:v>
                </c:pt>
                <c:pt idx="76">
                  <c:v>643s</c:v>
                </c:pt>
                <c:pt idx="77">
                  <c:v>651s</c:v>
                </c:pt>
                <c:pt idx="78">
                  <c:v>660s</c:v>
                </c:pt>
                <c:pt idx="79">
                  <c:v>668s</c:v>
                </c:pt>
                <c:pt idx="80">
                  <c:v>677s</c:v>
                </c:pt>
                <c:pt idx="81">
                  <c:v>685s</c:v>
                </c:pt>
                <c:pt idx="82">
                  <c:v>694s</c:v>
                </c:pt>
                <c:pt idx="83">
                  <c:v>702s</c:v>
                </c:pt>
                <c:pt idx="84">
                  <c:v>710s</c:v>
                </c:pt>
                <c:pt idx="85">
                  <c:v>719s</c:v>
                </c:pt>
                <c:pt idx="86">
                  <c:v>727s</c:v>
                </c:pt>
                <c:pt idx="87">
                  <c:v>736s</c:v>
                </c:pt>
                <c:pt idx="88">
                  <c:v>744s</c:v>
                </c:pt>
                <c:pt idx="89">
                  <c:v>753s</c:v>
                </c:pt>
                <c:pt idx="90">
                  <c:v>761s</c:v>
                </c:pt>
                <c:pt idx="91">
                  <c:v>770s</c:v>
                </c:pt>
                <c:pt idx="92">
                  <c:v>778s</c:v>
                </c:pt>
                <c:pt idx="93">
                  <c:v>787s</c:v>
                </c:pt>
                <c:pt idx="94">
                  <c:v>795s</c:v>
                </c:pt>
                <c:pt idx="95">
                  <c:v>804s</c:v>
                </c:pt>
                <c:pt idx="96">
                  <c:v>812s</c:v>
                </c:pt>
                <c:pt idx="97">
                  <c:v>820s</c:v>
                </c:pt>
                <c:pt idx="98">
                  <c:v>829s</c:v>
                </c:pt>
                <c:pt idx="99">
                  <c:v>837s</c:v>
                </c:pt>
                <c:pt idx="100">
                  <c:v>845s</c:v>
                </c:pt>
                <c:pt idx="101">
                  <c:v>854s</c:v>
                </c:pt>
                <c:pt idx="102">
                  <c:v>862s</c:v>
                </c:pt>
                <c:pt idx="103">
                  <c:v>870s</c:v>
                </c:pt>
                <c:pt idx="104">
                  <c:v>879s</c:v>
                </c:pt>
                <c:pt idx="105">
                  <c:v>887s</c:v>
                </c:pt>
                <c:pt idx="106">
                  <c:v>895s</c:v>
                </c:pt>
                <c:pt idx="107">
                  <c:v>904s</c:v>
                </c:pt>
                <c:pt idx="108">
                  <c:v>912s</c:v>
                </c:pt>
                <c:pt idx="109">
                  <c:v>920s</c:v>
                </c:pt>
                <c:pt idx="110">
                  <c:v>929s</c:v>
                </c:pt>
                <c:pt idx="111">
                  <c:v>937s</c:v>
                </c:pt>
                <c:pt idx="112">
                  <c:v>945s</c:v>
                </c:pt>
                <c:pt idx="113">
                  <c:v>954s</c:v>
                </c:pt>
                <c:pt idx="114">
                  <c:v>963s</c:v>
                </c:pt>
                <c:pt idx="115">
                  <c:v>971s</c:v>
                </c:pt>
                <c:pt idx="116">
                  <c:v>979s</c:v>
                </c:pt>
                <c:pt idx="117">
                  <c:v>988s</c:v>
                </c:pt>
                <c:pt idx="118">
                  <c:v>996s</c:v>
                </c:pt>
                <c:pt idx="119">
                  <c:v>1004s</c:v>
                </c:pt>
                <c:pt idx="120">
                  <c:v>1013s</c:v>
                </c:pt>
                <c:pt idx="121">
                  <c:v>1021s</c:v>
                </c:pt>
                <c:pt idx="122">
                  <c:v>1030s</c:v>
                </c:pt>
                <c:pt idx="123">
                  <c:v>1038s</c:v>
                </c:pt>
                <c:pt idx="124">
                  <c:v>1047s</c:v>
                </c:pt>
                <c:pt idx="125">
                  <c:v>1055s</c:v>
                </c:pt>
                <c:pt idx="126">
                  <c:v>1063s</c:v>
                </c:pt>
                <c:pt idx="127">
                  <c:v>1072s</c:v>
                </c:pt>
                <c:pt idx="128">
                  <c:v>1080s</c:v>
                </c:pt>
                <c:pt idx="129">
                  <c:v>1089s</c:v>
                </c:pt>
                <c:pt idx="130">
                  <c:v>1097s</c:v>
                </c:pt>
                <c:pt idx="131">
                  <c:v>1106s</c:v>
                </c:pt>
                <c:pt idx="132">
                  <c:v>1114s</c:v>
                </c:pt>
                <c:pt idx="133">
                  <c:v>1123s</c:v>
                </c:pt>
                <c:pt idx="134">
                  <c:v>1131s</c:v>
                </c:pt>
                <c:pt idx="135">
                  <c:v>1140s</c:v>
                </c:pt>
                <c:pt idx="136">
                  <c:v>1148s</c:v>
                </c:pt>
                <c:pt idx="137">
                  <c:v>1157s</c:v>
                </c:pt>
                <c:pt idx="138">
                  <c:v>1165s</c:v>
                </c:pt>
                <c:pt idx="139">
                  <c:v>1173s</c:v>
                </c:pt>
                <c:pt idx="140">
                  <c:v>1182s</c:v>
                </c:pt>
                <c:pt idx="141">
                  <c:v>1190s</c:v>
                </c:pt>
                <c:pt idx="142">
                  <c:v>1199s</c:v>
                </c:pt>
                <c:pt idx="143">
                  <c:v>1207s</c:v>
                </c:pt>
                <c:pt idx="144">
                  <c:v>1216s</c:v>
                </c:pt>
                <c:pt idx="145">
                  <c:v>1224s</c:v>
                </c:pt>
              </c:strCache>
            </c:strRef>
          </c:cat>
          <c:val>
            <c:numRef>
              <c:f>Sheet1!$D$2:$D$147</c:f>
              <c:numCache>
                <c:formatCode>General</c:formatCode>
                <c:ptCount val="14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1.1458333333333335</c:v>
                </c:pt>
                <c:pt idx="42">
                  <c:v>1.25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0.72916666666666663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1.6666666666666667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1.0416666666666665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0</c:v>
                </c:pt>
                <c:pt idx="103">
                  <c:v>0</c:v>
                </c:pt>
                <c:pt idx="104">
                  <c:v>0</c:v>
                </c:pt>
                <c:pt idx="105">
                  <c:v>0</c:v>
                </c:pt>
                <c:pt idx="106">
                  <c:v>0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1.875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1.3541666666666667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9D8-264F-9A1C-4B014220B52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Sheet1!$A$2:$A$147</c:f>
              <c:strCache>
                <c:ptCount val="146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67s</c:v>
                </c:pt>
                <c:pt idx="9">
                  <c:v>80s</c:v>
                </c:pt>
                <c:pt idx="10">
                  <c:v>88s</c:v>
                </c:pt>
                <c:pt idx="11">
                  <c:v>97s</c:v>
                </c:pt>
                <c:pt idx="12">
                  <c:v>105s</c:v>
                </c:pt>
                <c:pt idx="13">
                  <c:v>113s</c:v>
                </c:pt>
                <c:pt idx="14">
                  <c:v>122s</c:v>
                </c:pt>
                <c:pt idx="15">
                  <c:v>130s</c:v>
                </c:pt>
                <c:pt idx="16">
                  <c:v>139s</c:v>
                </c:pt>
                <c:pt idx="17">
                  <c:v>147s</c:v>
                </c:pt>
                <c:pt idx="18">
                  <c:v>155s</c:v>
                </c:pt>
                <c:pt idx="19">
                  <c:v>164s</c:v>
                </c:pt>
                <c:pt idx="20">
                  <c:v>172s</c:v>
                </c:pt>
                <c:pt idx="21">
                  <c:v>180s</c:v>
                </c:pt>
                <c:pt idx="22">
                  <c:v>189s</c:v>
                </c:pt>
                <c:pt idx="23">
                  <c:v>197s</c:v>
                </c:pt>
                <c:pt idx="24">
                  <c:v>206s</c:v>
                </c:pt>
                <c:pt idx="25">
                  <c:v>214s</c:v>
                </c:pt>
                <c:pt idx="26">
                  <c:v>222s</c:v>
                </c:pt>
                <c:pt idx="27">
                  <c:v>231s</c:v>
                </c:pt>
                <c:pt idx="28">
                  <c:v>239s</c:v>
                </c:pt>
                <c:pt idx="29">
                  <c:v>248s</c:v>
                </c:pt>
                <c:pt idx="30">
                  <c:v>256s</c:v>
                </c:pt>
                <c:pt idx="31">
                  <c:v>265s</c:v>
                </c:pt>
                <c:pt idx="32">
                  <c:v>273s</c:v>
                </c:pt>
                <c:pt idx="33">
                  <c:v>282s</c:v>
                </c:pt>
                <c:pt idx="34">
                  <c:v>290s</c:v>
                </c:pt>
                <c:pt idx="35">
                  <c:v>298s</c:v>
                </c:pt>
                <c:pt idx="36">
                  <c:v>307s</c:v>
                </c:pt>
                <c:pt idx="37">
                  <c:v>315s</c:v>
                </c:pt>
                <c:pt idx="38">
                  <c:v>324s</c:v>
                </c:pt>
                <c:pt idx="39">
                  <c:v>333s</c:v>
                </c:pt>
                <c:pt idx="40">
                  <c:v>341s</c:v>
                </c:pt>
                <c:pt idx="41">
                  <c:v>350s</c:v>
                </c:pt>
                <c:pt idx="42">
                  <c:v>358s</c:v>
                </c:pt>
                <c:pt idx="43">
                  <c:v>367s</c:v>
                </c:pt>
                <c:pt idx="44">
                  <c:v>375s</c:v>
                </c:pt>
                <c:pt idx="45">
                  <c:v>383s</c:v>
                </c:pt>
                <c:pt idx="46">
                  <c:v>392s</c:v>
                </c:pt>
                <c:pt idx="47">
                  <c:v>400s</c:v>
                </c:pt>
                <c:pt idx="48">
                  <c:v>408s</c:v>
                </c:pt>
                <c:pt idx="49">
                  <c:v>416s</c:v>
                </c:pt>
                <c:pt idx="50">
                  <c:v>425s</c:v>
                </c:pt>
                <c:pt idx="51">
                  <c:v>433s</c:v>
                </c:pt>
                <c:pt idx="52">
                  <c:v>441s</c:v>
                </c:pt>
                <c:pt idx="53">
                  <c:v>449s</c:v>
                </c:pt>
                <c:pt idx="54">
                  <c:v>458s</c:v>
                </c:pt>
                <c:pt idx="55">
                  <c:v>466s</c:v>
                </c:pt>
                <c:pt idx="56">
                  <c:v>474s</c:v>
                </c:pt>
                <c:pt idx="57">
                  <c:v>483s</c:v>
                </c:pt>
                <c:pt idx="58">
                  <c:v>491s</c:v>
                </c:pt>
                <c:pt idx="59">
                  <c:v>500s</c:v>
                </c:pt>
                <c:pt idx="60">
                  <c:v>508s</c:v>
                </c:pt>
                <c:pt idx="61">
                  <c:v>517s</c:v>
                </c:pt>
                <c:pt idx="62">
                  <c:v>525s</c:v>
                </c:pt>
                <c:pt idx="63">
                  <c:v>533s</c:v>
                </c:pt>
                <c:pt idx="64">
                  <c:v>542s</c:v>
                </c:pt>
                <c:pt idx="65">
                  <c:v>550s</c:v>
                </c:pt>
                <c:pt idx="66">
                  <c:v>559s</c:v>
                </c:pt>
                <c:pt idx="67">
                  <c:v>567s</c:v>
                </c:pt>
                <c:pt idx="68">
                  <c:v>575s</c:v>
                </c:pt>
                <c:pt idx="69">
                  <c:v>584s</c:v>
                </c:pt>
                <c:pt idx="70">
                  <c:v>592s</c:v>
                </c:pt>
                <c:pt idx="71">
                  <c:v>601s</c:v>
                </c:pt>
                <c:pt idx="72">
                  <c:v>609s</c:v>
                </c:pt>
                <c:pt idx="73">
                  <c:v>618s</c:v>
                </c:pt>
                <c:pt idx="74">
                  <c:v>626s</c:v>
                </c:pt>
                <c:pt idx="75">
                  <c:v>634s</c:v>
                </c:pt>
                <c:pt idx="76">
                  <c:v>643s</c:v>
                </c:pt>
                <c:pt idx="77">
                  <c:v>651s</c:v>
                </c:pt>
                <c:pt idx="78">
                  <c:v>660s</c:v>
                </c:pt>
                <c:pt idx="79">
                  <c:v>668s</c:v>
                </c:pt>
                <c:pt idx="80">
                  <c:v>677s</c:v>
                </c:pt>
                <c:pt idx="81">
                  <c:v>685s</c:v>
                </c:pt>
                <c:pt idx="82">
                  <c:v>694s</c:v>
                </c:pt>
                <c:pt idx="83">
                  <c:v>702s</c:v>
                </c:pt>
                <c:pt idx="84">
                  <c:v>710s</c:v>
                </c:pt>
                <c:pt idx="85">
                  <c:v>719s</c:v>
                </c:pt>
                <c:pt idx="86">
                  <c:v>727s</c:v>
                </c:pt>
                <c:pt idx="87">
                  <c:v>736s</c:v>
                </c:pt>
                <c:pt idx="88">
                  <c:v>744s</c:v>
                </c:pt>
                <c:pt idx="89">
                  <c:v>753s</c:v>
                </c:pt>
                <c:pt idx="90">
                  <c:v>761s</c:v>
                </c:pt>
                <c:pt idx="91">
                  <c:v>770s</c:v>
                </c:pt>
                <c:pt idx="92">
                  <c:v>778s</c:v>
                </c:pt>
                <c:pt idx="93">
                  <c:v>787s</c:v>
                </c:pt>
                <c:pt idx="94">
                  <c:v>795s</c:v>
                </c:pt>
                <c:pt idx="95">
                  <c:v>804s</c:v>
                </c:pt>
                <c:pt idx="96">
                  <c:v>812s</c:v>
                </c:pt>
                <c:pt idx="97">
                  <c:v>820s</c:v>
                </c:pt>
                <c:pt idx="98">
                  <c:v>829s</c:v>
                </c:pt>
                <c:pt idx="99">
                  <c:v>837s</c:v>
                </c:pt>
                <c:pt idx="100">
                  <c:v>845s</c:v>
                </c:pt>
                <c:pt idx="101">
                  <c:v>854s</c:v>
                </c:pt>
                <c:pt idx="102">
                  <c:v>862s</c:v>
                </c:pt>
                <c:pt idx="103">
                  <c:v>870s</c:v>
                </c:pt>
                <c:pt idx="104">
                  <c:v>879s</c:v>
                </c:pt>
                <c:pt idx="105">
                  <c:v>887s</c:v>
                </c:pt>
                <c:pt idx="106">
                  <c:v>895s</c:v>
                </c:pt>
                <c:pt idx="107">
                  <c:v>904s</c:v>
                </c:pt>
                <c:pt idx="108">
                  <c:v>912s</c:v>
                </c:pt>
                <c:pt idx="109">
                  <c:v>920s</c:v>
                </c:pt>
                <c:pt idx="110">
                  <c:v>929s</c:v>
                </c:pt>
                <c:pt idx="111">
                  <c:v>937s</c:v>
                </c:pt>
                <c:pt idx="112">
                  <c:v>945s</c:v>
                </c:pt>
                <c:pt idx="113">
                  <c:v>954s</c:v>
                </c:pt>
                <c:pt idx="114">
                  <c:v>963s</c:v>
                </c:pt>
                <c:pt idx="115">
                  <c:v>971s</c:v>
                </c:pt>
                <c:pt idx="116">
                  <c:v>979s</c:v>
                </c:pt>
                <c:pt idx="117">
                  <c:v>988s</c:v>
                </c:pt>
                <c:pt idx="118">
                  <c:v>996s</c:v>
                </c:pt>
                <c:pt idx="119">
                  <c:v>1004s</c:v>
                </c:pt>
                <c:pt idx="120">
                  <c:v>1013s</c:v>
                </c:pt>
                <c:pt idx="121">
                  <c:v>1021s</c:v>
                </c:pt>
                <c:pt idx="122">
                  <c:v>1030s</c:v>
                </c:pt>
                <c:pt idx="123">
                  <c:v>1038s</c:v>
                </c:pt>
                <c:pt idx="124">
                  <c:v>1047s</c:v>
                </c:pt>
                <c:pt idx="125">
                  <c:v>1055s</c:v>
                </c:pt>
                <c:pt idx="126">
                  <c:v>1063s</c:v>
                </c:pt>
                <c:pt idx="127">
                  <c:v>1072s</c:v>
                </c:pt>
                <c:pt idx="128">
                  <c:v>1080s</c:v>
                </c:pt>
                <c:pt idx="129">
                  <c:v>1089s</c:v>
                </c:pt>
                <c:pt idx="130">
                  <c:v>1097s</c:v>
                </c:pt>
                <c:pt idx="131">
                  <c:v>1106s</c:v>
                </c:pt>
                <c:pt idx="132">
                  <c:v>1114s</c:v>
                </c:pt>
                <c:pt idx="133">
                  <c:v>1123s</c:v>
                </c:pt>
                <c:pt idx="134">
                  <c:v>1131s</c:v>
                </c:pt>
                <c:pt idx="135">
                  <c:v>1140s</c:v>
                </c:pt>
                <c:pt idx="136">
                  <c:v>1148s</c:v>
                </c:pt>
                <c:pt idx="137">
                  <c:v>1157s</c:v>
                </c:pt>
                <c:pt idx="138">
                  <c:v>1165s</c:v>
                </c:pt>
                <c:pt idx="139">
                  <c:v>1173s</c:v>
                </c:pt>
                <c:pt idx="140">
                  <c:v>1182s</c:v>
                </c:pt>
                <c:pt idx="141">
                  <c:v>1190s</c:v>
                </c:pt>
                <c:pt idx="142">
                  <c:v>1199s</c:v>
                </c:pt>
                <c:pt idx="143">
                  <c:v>1207s</c:v>
                </c:pt>
                <c:pt idx="144">
                  <c:v>1216s</c:v>
                </c:pt>
                <c:pt idx="145">
                  <c:v>1224s</c:v>
                </c:pt>
              </c:strCache>
            </c:strRef>
          </c:cat>
          <c:val>
            <c:numRef>
              <c:f>Sheet1!$E$2:$E$147</c:f>
              <c:numCache>
                <c:formatCode>General</c:formatCode>
                <c:ptCount val="146"/>
                <c:pt idx="0">
                  <c:v>96.979166666666657</c:v>
                </c:pt>
                <c:pt idx="1">
                  <c:v>96.770833333333343</c:v>
                </c:pt>
                <c:pt idx="2">
                  <c:v>95.9375</c:v>
                </c:pt>
                <c:pt idx="3">
                  <c:v>95.729166666666671</c:v>
                </c:pt>
                <c:pt idx="4">
                  <c:v>97.083333333333329</c:v>
                </c:pt>
                <c:pt idx="5">
                  <c:v>97.916666666666657</c:v>
                </c:pt>
                <c:pt idx="6">
                  <c:v>97.291666666666671</c:v>
                </c:pt>
                <c:pt idx="7">
                  <c:v>97.395833333333343</c:v>
                </c:pt>
                <c:pt idx="8">
                  <c:v>98.333333333333343</c:v>
                </c:pt>
                <c:pt idx="9">
                  <c:v>98.958333333333343</c:v>
                </c:pt>
                <c:pt idx="10">
                  <c:v>98.854166666666671</c:v>
                </c:pt>
                <c:pt idx="11">
                  <c:v>98.541666666666657</c:v>
                </c:pt>
                <c:pt idx="12">
                  <c:v>97.604166666666671</c:v>
                </c:pt>
                <c:pt idx="13">
                  <c:v>98.75</c:v>
                </c:pt>
                <c:pt idx="14">
                  <c:v>98.541666666666657</c:v>
                </c:pt>
                <c:pt idx="15">
                  <c:v>98.854166666666671</c:v>
                </c:pt>
                <c:pt idx="16">
                  <c:v>99.270833333333329</c:v>
                </c:pt>
                <c:pt idx="17">
                  <c:v>98.75</c:v>
                </c:pt>
                <c:pt idx="18">
                  <c:v>99.0625</c:v>
                </c:pt>
                <c:pt idx="19">
                  <c:v>99.375</c:v>
                </c:pt>
                <c:pt idx="20">
                  <c:v>99.375</c:v>
                </c:pt>
                <c:pt idx="21">
                  <c:v>99.375</c:v>
                </c:pt>
                <c:pt idx="22">
                  <c:v>99.270833333333329</c:v>
                </c:pt>
                <c:pt idx="23">
                  <c:v>99.270833333333329</c:v>
                </c:pt>
                <c:pt idx="24">
                  <c:v>99.166666666666671</c:v>
                </c:pt>
                <c:pt idx="25">
                  <c:v>99.270833333333329</c:v>
                </c:pt>
                <c:pt idx="26">
                  <c:v>99.583333333333329</c:v>
                </c:pt>
                <c:pt idx="27">
                  <c:v>99.583333333333329</c:v>
                </c:pt>
                <c:pt idx="28">
                  <c:v>98.854166666666671</c:v>
                </c:pt>
                <c:pt idx="29">
                  <c:v>99.583333333333329</c:v>
                </c:pt>
                <c:pt idx="30">
                  <c:v>99.583333333333329</c:v>
                </c:pt>
                <c:pt idx="31">
                  <c:v>99.6875</c:v>
                </c:pt>
                <c:pt idx="32">
                  <c:v>99.375</c:v>
                </c:pt>
                <c:pt idx="33">
                  <c:v>99.270833333333329</c:v>
                </c:pt>
                <c:pt idx="34">
                  <c:v>99.6875</c:v>
                </c:pt>
                <c:pt idx="35">
                  <c:v>99.375</c:v>
                </c:pt>
                <c:pt idx="36">
                  <c:v>99.479166666666657</c:v>
                </c:pt>
                <c:pt idx="37">
                  <c:v>99.6875</c:v>
                </c:pt>
                <c:pt idx="38">
                  <c:v>99.6875</c:v>
                </c:pt>
                <c:pt idx="39">
                  <c:v>99.6875</c:v>
                </c:pt>
                <c:pt idx="40">
                  <c:v>99.6875</c:v>
                </c:pt>
                <c:pt idx="41">
                  <c:v>33.229166666666664</c:v>
                </c:pt>
                <c:pt idx="42">
                  <c:v>33.229166666666664</c:v>
                </c:pt>
                <c:pt idx="43">
                  <c:v>99.895833333333343</c:v>
                </c:pt>
                <c:pt idx="44">
                  <c:v>99.895833333333343</c:v>
                </c:pt>
                <c:pt idx="45">
                  <c:v>99.895833333333343</c:v>
                </c:pt>
                <c:pt idx="46">
                  <c:v>33.4375</c:v>
                </c:pt>
                <c:pt idx="47">
                  <c:v>66.770833333333329</c:v>
                </c:pt>
                <c:pt idx="48">
                  <c:v>95.520833333333329</c:v>
                </c:pt>
                <c:pt idx="49">
                  <c:v>96.458333333333329</c:v>
                </c:pt>
                <c:pt idx="50">
                  <c:v>96.666666666666671</c:v>
                </c:pt>
                <c:pt idx="51">
                  <c:v>96.5625</c:v>
                </c:pt>
                <c:pt idx="52">
                  <c:v>97.708333333333329</c:v>
                </c:pt>
                <c:pt idx="53">
                  <c:v>97.8125</c:v>
                </c:pt>
                <c:pt idx="54">
                  <c:v>98.020833333333329</c:v>
                </c:pt>
                <c:pt idx="55">
                  <c:v>98.020833333333329</c:v>
                </c:pt>
                <c:pt idx="56">
                  <c:v>98.333333333333343</c:v>
                </c:pt>
                <c:pt idx="57">
                  <c:v>98.645833333333329</c:v>
                </c:pt>
                <c:pt idx="58">
                  <c:v>98.645833333333329</c:v>
                </c:pt>
                <c:pt idx="59">
                  <c:v>98.958333333333343</c:v>
                </c:pt>
                <c:pt idx="60">
                  <c:v>98.75</c:v>
                </c:pt>
                <c:pt idx="61">
                  <c:v>98.958333333333343</c:v>
                </c:pt>
                <c:pt idx="62">
                  <c:v>99.166666666666671</c:v>
                </c:pt>
                <c:pt idx="63">
                  <c:v>99.166666666666671</c:v>
                </c:pt>
                <c:pt idx="64">
                  <c:v>99.166666666666671</c:v>
                </c:pt>
                <c:pt idx="65">
                  <c:v>98.958333333333343</c:v>
                </c:pt>
                <c:pt idx="66">
                  <c:v>98.854166666666671</c:v>
                </c:pt>
                <c:pt idx="67">
                  <c:v>99.375</c:v>
                </c:pt>
                <c:pt idx="68">
                  <c:v>99.270833333333329</c:v>
                </c:pt>
                <c:pt idx="69">
                  <c:v>99.166666666666671</c:v>
                </c:pt>
                <c:pt idx="70">
                  <c:v>99.479166666666657</c:v>
                </c:pt>
                <c:pt idx="71">
                  <c:v>99.479166666666657</c:v>
                </c:pt>
                <c:pt idx="72">
                  <c:v>99.270833333333329</c:v>
                </c:pt>
                <c:pt idx="73">
                  <c:v>99.270833333333329</c:v>
                </c:pt>
                <c:pt idx="74">
                  <c:v>99.479166666666657</c:v>
                </c:pt>
                <c:pt idx="75">
                  <c:v>99.583333333333329</c:v>
                </c:pt>
                <c:pt idx="76">
                  <c:v>99.479166666666657</c:v>
                </c:pt>
                <c:pt idx="77">
                  <c:v>99.479166666666657</c:v>
                </c:pt>
                <c:pt idx="78">
                  <c:v>99.479166666666657</c:v>
                </c:pt>
                <c:pt idx="79">
                  <c:v>99.270833333333329</c:v>
                </c:pt>
                <c:pt idx="80">
                  <c:v>99.583333333333329</c:v>
                </c:pt>
                <c:pt idx="81">
                  <c:v>99.583333333333329</c:v>
                </c:pt>
                <c:pt idx="82">
                  <c:v>99.6875</c:v>
                </c:pt>
                <c:pt idx="83">
                  <c:v>99.6875</c:v>
                </c:pt>
                <c:pt idx="84">
                  <c:v>99.583333333333329</c:v>
                </c:pt>
                <c:pt idx="85">
                  <c:v>99.6875</c:v>
                </c:pt>
                <c:pt idx="86">
                  <c:v>99.479166666666657</c:v>
                </c:pt>
                <c:pt idx="87">
                  <c:v>99.583333333333329</c:v>
                </c:pt>
                <c:pt idx="88">
                  <c:v>99.6875</c:v>
                </c:pt>
                <c:pt idx="89">
                  <c:v>33.958333333333336</c:v>
                </c:pt>
                <c:pt idx="90">
                  <c:v>33.125</c:v>
                </c:pt>
                <c:pt idx="91">
                  <c:v>66.458333333333329</c:v>
                </c:pt>
                <c:pt idx="92">
                  <c:v>99.791666666666671</c:v>
                </c:pt>
                <c:pt idx="93">
                  <c:v>66.458333333333329</c:v>
                </c:pt>
                <c:pt idx="94">
                  <c:v>99.6875</c:v>
                </c:pt>
                <c:pt idx="95">
                  <c:v>99.895833333333343</c:v>
                </c:pt>
                <c:pt idx="96">
                  <c:v>33.541666666666671</c:v>
                </c:pt>
                <c:pt idx="97">
                  <c:v>0.10416666666666667</c:v>
                </c:pt>
                <c:pt idx="98">
                  <c:v>95.833333333333343</c:v>
                </c:pt>
                <c:pt idx="99">
                  <c:v>95.833333333333343</c:v>
                </c:pt>
                <c:pt idx="100">
                  <c:v>95.416666666666657</c:v>
                </c:pt>
                <c:pt idx="101">
                  <c:v>97.291666666666671</c:v>
                </c:pt>
                <c:pt idx="102">
                  <c:v>98.125</c:v>
                </c:pt>
                <c:pt idx="103">
                  <c:v>97.916666666666657</c:v>
                </c:pt>
                <c:pt idx="104">
                  <c:v>98.4375</c:v>
                </c:pt>
                <c:pt idx="105">
                  <c:v>98.541666666666657</c:v>
                </c:pt>
                <c:pt idx="106">
                  <c:v>98.333333333333343</c:v>
                </c:pt>
                <c:pt idx="107">
                  <c:v>98.958333333333343</c:v>
                </c:pt>
                <c:pt idx="108">
                  <c:v>98.75</c:v>
                </c:pt>
                <c:pt idx="109">
                  <c:v>99.0625</c:v>
                </c:pt>
                <c:pt idx="110">
                  <c:v>98.854166666666671</c:v>
                </c:pt>
                <c:pt idx="111">
                  <c:v>98.854166666666671</c:v>
                </c:pt>
                <c:pt idx="112">
                  <c:v>98.4375</c:v>
                </c:pt>
                <c:pt idx="113">
                  <c:v>99.270833333333329</c:v>
                </c:pt>
                <c:pt idx="114">
                  <c:v>99.0625</c:v>
                </c:pt>
                <c:pt idx="115">
                  <c:v>99.375</c:v>
                </c:pt>
                <c:pt idx="116">
                  <c:v>99.270833333333329</c:v>
                </c:pt>
                <c:pt idx="117">
                  <c:v>99.375</c:v>
                </c:pt>
                <c:pt idx="118">
                  <c:v>99.270833333333329</c:v>
                </c:pt>
                <c:pt idx="119">
                  <c:v>99.479166666666657</c:v>
                </c:pt>
                <c:pt idx="120">
                  <c:v>99.479166666666657</c:v>
                </c:pt>
                <c:pt idx="121">
                  <c:v>99.375</c:v>
                </c:pt>
                <c:pt idx="122">
                  <c:v>99.479166666666657</c:v>
                </c:pt>
                <c:pt idx="123">
                  <c:v>99.583333333333329</c:v>
                </c:pt>
                <c:pt idx="124">
                  <c:v>99.166666666666671</c:v>
                </c:pt>
                <c:pt idx="125">
                  <c:v>99.583333333333329</c:v>
                </c:pt>
                <c:pt idx="126">
                  <c:v>99.375</c:v>
                </c:pt>
                <c:pt idx="127">
                  <c:v>99.583333333333329</c:v>
                </c:pt>
                <c:pt idx="128">
                  <c:v>99.375</c:v>
                </c:pt>
                <c:pt idx="129">
                  <c:v>99.375</c:v>
                </c:pt>
                <c:pt idx="130">
                  <c:v>99.479166666666657</c:v>
                </c:pt>
                <c:pt idx="131">
                  <c:v>99.6875</c:v>
                </c:pt>
                <c:pt idx="132">
                  <c:v>99.583333333333329</c:v>
                </c:pt>
                <c:pt idx="133">
                  <c:v>99.583333333333329</c:v>
                </c:pt>
                <c:pt idx="134">
                  <c:v>99.583333333333329</c:v>
                </c:pt>
                <c:pt idx="135">
                  <c:v>99.583333333333329</c:v>
                </c:pt>
                <c:pt idx="136">
                  <c:v>99.479166666666657</c:v>
                </c:pt>
                <c:pt idx="137">
                  <c:v>99.270833333333329</c:v>
                </c:pt>
                <c:pt idx="138">
                  <c:v>70.9375</c:v>
                </c:pt>
                <c:pt idx="139">
                  <c:v>33.333333333333329</c:v>
                </c:pt>
                <c:pt idx="140">
                  <c:v>66.5625</c:v>
                </c:pt>
                <c:pt idx="141">
                  <c:v>99.895833333333343</c:v>
                </c:pt>
                <c:pt idx="142">
                  <c:v>99.895833333333343</c:v>
                </c:pt>
                <c:pt idx="143">
                  <c:v>99.895833333333343</c:v>
                </c:pt>
                <c:pt idx="144">
                  <c:v>71.875</c:v>
                </c:pt>
                <c:pt idx="145">
                  <c:v>33.4375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9D8-264F-9A1C-4B014220B5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Sheet1!$A$2:$A$147</c:f>
              <c:strCache>
                <c:ptCount val="146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67s</c:v>
                </c:pt>
                <c:pt idx="9">
                  <c:v>80s</c:v>
                </c:pt>
                <c:pt idx="10">
                  <c:v>88s</c:v>
                </c:pt>
                <c:pt idx="11">
                  <c:v>97s</c:v>
                </c:pt>
                <c:pt idx="12">
                  <c:v>105s</c:v>
                </c:pt>
                <c:pt idx="13">
                  <c:v>113s</c:v>
                </c:pt>
                <c:pt idx="14">
                  <c:v>122s</c:v>
                </c:pt>
                <c:pt idx="15">
                  <c:v>130s</c:v>
                </c:pt>
                <c:pt idx="16">
                  <c:v>139s</c:v>
                </c:pt>
                <c:pt idx="17">
                  <c:v>147s</c:v>
                </c:pt>
                <c:pt idx="18">
                  <c:v>155s</c:v>
                </c:pt>
                <c:pt idx="19">
                  <c:v>164s</c:v>
                </c:pt>
                <c:pt idx="20">
                  <c:v>172s</c:v>
                </c:pt>
                <c:pt idx="21">
                  <c:v>180s</c:v>
                </c:pt>
                <c:pt idx="22">
                  <c:v>189s</c:v>
                </c:pt>
                <c:pt idx="23">
                  <c:v>197s</c:v>
                </c:pt>
                <c:pt idx="24">
                  <c:v>206s</c:v>
                </c:pt>
                <c:pt idx="25">
                  <c:v>214s</c:v>
                </c:pt>
                <c:pt idx="26">
                  <c:v>222s</c:v>
                </c:pt>
                <c:pt idx="27">
                  <c:v>231s</c:v>
                </c:pt>
                <c:pt idx="28">
                  <c:v>239s</c:v>
                </c:pt>
                <c:pt idx="29">
                  <c:v>248s</c:v>
                </c:pt>
                <c:pt idx="30">
                  <c:v>256s</c:v>
                </c:pt>
                <c:pt idx="31">
                  <c:v>265s</c:v>
                </c:pt>
                <c:pt idx="32">
                  <c:v>273s</c:v>
                </c:pt>
                <c:pt idx="33">
                  <c:v>282s</c:v>
                </c:pt>
                <c:pt idx="34">
                  <c:v>290s</c:v>
                </c:pt>
                <c:pt idx="35">
                  <c:v>298s</c:v>
                </c:pt>
                <c:pt idx="36">
                  <c:v>307s</c:v>
                </c:pt>
                <c:pt idx="37">
                  <c:v>315s</c:v>
                </c:pt>
                <c:pt idx="38">
                  <c:v>324s</c:v>
                </c:pt>
                <c:pt idx="39">
                  <c:v>333s</c:v>
                </c:pt>
                <c:pt idx="40">
                  <c:v>341s</c:v>
                </c:pt>
                <c:pt idx="41">
                  <c:v>350s</c:v>
                </c:pt>
                <c:pt idx="42">
                  <c:v>358s</c:v>
                </c:pt>
                <c:pt idx="43">
                  <c:v>367s</c:v>
                </c:pt>
                <c:pt idx="44">
                  <c:v>375s</c:v>
                </c:pt>
                <c:pt idx="45">
                  <c:v>383s</c:v>
                </c:pt>
                <c:pt idx="46">
                  <c:v>392s</c:v>
                </c:pt>
                <c:pt idx="47">
                  <c:v>400s</c:v>
                </c:pt>
                <c:pt idx="48">
                  <c:v>408s</c:v>
                </c:pt>
                <c:pt idx="49">
                  <c:v>416s</c:v>
                </c:pt>
                <c:pt idx="50">
                  <c:v>425s</c:v>
                </c:pt>
                <c:pt idx="51">
                  <c:v>433s</c:v>
                </c:pt>
                <c:pt idx="52">
                  <c:v>441s</c:v>
                </c:pt>
                <c:pt idx="53">
                  <c:v>449s</c:v>
                </c:pt>
                <c:pt idx="54">
                  <c:v>458s</c:v>
                </c:pt>
                <c:pt idx="55">
                  <c:v>466s</c:v>
                </c:pt>
                <c:pt idx="56">
                  <c:v>474s</c:v>
                </c:pt>
                <c:pt idx="57">
                  <c:v>483s</c:v>
                </c:pt>
                <c:pt idx="58">
                  <c:v>491s</c:v>
                </c:pt>
                <c:pt idx="59">
                  <c:v>500s</c:v>
                </c:pt>
                <c:pt idx="60">
                  <c:v>508s</c:v>
                </c:pt>
                <c:pt idx="61">
                  <c:v>517s</c:v>
                </c:pt>
                <c:pt idx="62">
                  <c:v>525s</c:v>
                </c:pt>
                <c:pt idx="63">
                  <c:v>533s</c:v>
                </c:pt>
                <c:pt idx="64">
                  <c:v>542s</c:v>
                </c:pt>
                <c:pt idx="65">
                  <c:v>550s</c:v>
                </c:pt>
                <c:pt idx="66">
                  <c:v>559s</c:v>
                </c:pt>
                <c:pt idx="67">
                  <c:v>567s</c:v>
                </c:pt>
                <c:pt idx="68">
                  <c:v>575s</c:v>
                </c:pt>
                <c:pt idx="69">
                  <c:v>584s</c:v>
                </c:pt>
                <c:pt idx="70">
                  <c:v>592s</c:v>
                </c:pt>
                <c:pt idx="71">
                  <c:v>601s</c:v>
                </c:pt>
                <c:pt idx="72">
                  <c:v>609s</c:v>
                </c:pt>
                <c:pt idx="73">
                  <c:v>618s</c:v>
                </c:pt>
                <c:pt idx="74">
                  <c:v>626s</c:v>
                </c:pt>
                <c:pt idx="75">
                  <c:v>634s</c:v>
                </c:pt>
                <c:pt idx="76">
                  <c:v>643s</c:v>
                </c:pt>
                <c:pt idx="77">
                  <c:v>651s</c:v>
                </c:pt>
                <c:pt idx="78">
                  <c:v>660s</c:v>
                </c:pt>
                <c:pt idx="79">
                  <c:v>668s</c:v>
                </c:pt>
                <c:pt idx="80">
                  <c:v>677s</c:v>
                </c:pt>
                <c:pt idx="81">
                  <c:v>685s</c:v>
                </c:pt>
                <c:pt idx="82">
                  <c:v>694s</c:v>
                </c:pt>
                <c:pt idx="83">
                  <c:v>702s</c:v>
                </c:pt>
                <c:pt idx="84">
                  <c:v>710s</c:v>
                </c:pt>
                <c:pt idx="85">
                  <c:v>719s</c:v>
                </c:pt>
                <c:pt idx="86">
                  <c:v>727s</c:v>
                </c:pt>
                <c:pt idx="87">
                  <c:v>736s</c:v>
                </c:pt>
                <c:pt idx="88">
                  <c:v>744s</c:v>
                </c:pt>
                <c:pt idx="89">
                  <c:v>753s</c:v>
                </c:pt>
                <c:pt idx="90">
                  <c:v>761s</c:v>
                </c:pt>
                <c:pt idx="91">
                  <c:v>770s</c:v>
                </c:pt>
                <c:pt idx="92">
                  <c:v>778s</c:v>
                </c:pt>
                <c:pt idx="93">
                  <c:v>787s</c:v>
                </c:pt>
                <c:pt idx="94">
                  <c:v>795s</c:v>
                </c:pt>
                <c:pt idx="95">
                  <c:v>804s</c:v>
                </c:pt>
                <c:pt idx="96">
                  <c:v>812s</c:v>
                </c:pt>
                <c:pt idx="97">
                  <c:v>820s</c:v>
                </c:pt>
                <c:pt idx="98">
                  <c:v>829s</c:v>
                </c:pt>
                <c:pt idx="99">
                  <c:v>837s</c:v>
                </c:pt>
                <c:pt idx="100">
                  <c:v>845s</c:v>
                </c:pt>
                <c:pt idx="101">
                  <c:v>854s</c:v>
                </c:pt>
                <c:pt idx="102">
                  <c:v>862s</c:v>
                </c:pt>
                <c:pt idx="103">
                  <c:v>870s</c:v>
                </c:pt>
                <c:pt idx="104">
                  <c:v>879s</c:v>
                </c:pt>
                <c:pt idx="105">
                  <c:v>887s</c:v>
                </c:pt>
                <c:pt idx="106">
                  <c:v>895s</c:v>
                </c:pt>
                <c:pt idx="107">
                  <c:v>904s</c:v>
                </c:pt>
                <c:pt idx="108">
                  <c:v>912s</c:v>
                </c:pt>
                <c:pt idx="109">
                  <c:v>920s</c:v>
                </c:pt>
                <c:pt idx="110">
                  <c:v>929s</c:v>
                </c:pt>
                <c:pt idx="111">
                  <c:v>937s</c:v>
                </c:pt>
                <c:pt idx="112">
                  <c:v>945s</c:v>
                </c:pt>
                <c:pt idx="113">
                  <c:v>954s</c:v>
                </c:pt>
                <c:pt idx="114">
                  <c:v>963s</c:v>
                </c:pt>
                <c:pt idx="115">
                  <c:v>971s</c:v>
                </c:pt>
                <c:pt idx="116">
                  <c:v>979s</c:v>
                </c:pt>
                <c:pt idx="117">
                  <c:v>988s</c:v>
                </c:pt>
                <c:pt idx="118">
                  <c:v>996s</c:v>
                </c:pt>
                <c:pt idx="119">
                  <c:v>1004s</c:v>
                </c:pt>
                <c:pt idx="120">
                  <c:v>1013s</c:v>
                </c:pt>
                <c:pt idx="121">
                  <c:v>1021s</c:v>
                </c:pt>
                <c:pt idx="122">
                  <c:v>1030s</c:v>
                </c:pt>
                <c:pt idx="123">
                  <c:v>1038s</c:v>
                </c:pt>
                <c:pt idx="124">
                  <c:v>1047s</c:v>
                </c:pt>
                <c:pt idx="125">
                  <c:v>1055s</c:v>
                </c:pt>
                <c:pt idx="126">
                  <c:v>1063s</c:v>
                </c:pt>
                <c:pt idx="127">
                  <c:v>1072s</c:v>
                </c:pt>
                <c:pt idx="128">
                  <c:v>1080s</c:v>
                </c:pt>
                <c:pt idx="129">
                  <c:v>1089s</c:v>
                </c:pt>
                <c:pt idx="130">
                  <c:v>1097s</c:v>
                </c:pt>
                <c:pt idx="131">
                  <c:v>1106s</c:v>
                </c:pt>
                <c:pt idx="132">
                  <c:v>1114s</c:v>
                </c:pt>
                <c:pt idx="133">
                  <c:v>1123s</c:v>
                </c:pt>
                <c:pt idx="134">
                  <c:v>1131s</c:v>
                </c:pt>
                <c:pt idx="135">
                  <c:v>1140s</c:v>
                </c:pt>
                <c:pt idx="136">
                  <c:v>1148s</c:v>
                </c:pt>
                <c:pt idx="137">
                  <c:v>1157s</c:v>
                </c:pt>
                <c:pt idx="138">
                  <c:v>1165s</c:v>
                </c:pt>
                <c:pt idx="139">
                  <c:v>1173s</c:v>
                </c:pt>
                <c:pt idx="140">
                  <c:v>1182s</c:v>
                </c:pt>
                <c:pt idx="141">
                  <c:v>1190s</c:v>
                </c:pt>
                <c:pt idx="142">
                  <c:v>1199s</c:v>
                </c:pt>
                <c:pt idx="143">
                  <c:v>1207s</c:v>
                </c:pt>
                <c:pt idx="144">
                  <c:v>1216s</c:v>
                </c:pt>
                <c:pt idx="145">
                  <c:v>1224s</c:v>
                </c:pt>
              </c:strCache>
            </c:strRef>
          </c:cat>
          <c:val>
            <c:numRef>
              <c:f>Sheet1!$B$2:$B$147</c:f>
              <c:numCache>
                <c:formatCode>General</c:formatCode>
                <c:ptCount val="146"/>
                <c:pt idx="0">
                  <c:v>3.4479166666666665</c:v>
                </c:pt>
                <c:pt idx="1">
                  <c:v>3.4479166666666665</c:v>
                </c:pt>
                <c:pt idx="2">
                  <c:v>3.4479166666666665</c:v>
                </c:pt>
                <c:pt idx="3">
                  <c:v>3.4479166666666665</c:v>
                </c:pt>
                <c:pt idx="4">
                  <c:v>3.4479166666666665</c:v>
                </c:pt>
                <c:pt idx="5">
                  <c:v>3.4427083333333339</c:v>
                </c:pt>
                <c:pt idx="6">
                  <c:v>3.4427083333333339</c:v>
                </c:pt>
                <c:pt idx="7">
                  <c:v>3.4427083333333339</c:v>
                </c:pt>
                <c:pt idx="8">
                  <c:v>0</c:v>
                </c:pt>
                <c:pt idx="9">
                  <c:v>3.4427083333333339</c:v>
                </c:pt>
                <c:pt idx="10">
                  <c:v>3.4427083333333339</c:v>
                </c:pt>
                <c:pt idx="11">
                  <c:v>3.4427083333333339</c:v>
                </c:pt>
                <c:pt idx="12">
                  <c:v>3.4427083333333339</c:v>
                </c:pt>
                <c:pt idx="13">
                  <c:v>3.4427083333333339</c:v>
                </c:pt>
                <c:pt idx="14">
                  <c:v>3.4427083333333339</c:v>
                </c:pt>
                <c:pt idx="15">
                  <c:v>3.4427083333333339</c:v>
                </c:pt>
                <c:pt idx="16">
                  <c:v>3.4427083333333339</c:v>
                </c:pt>
                <c:pt idx="17">
                  <c:v>3.4427083333333339</c:v>
                </c:pt>
                <c:pt idx="18">
                  <c:v>3.4427083333333339</c:v>
                </c:pt>
                <c:pt idx="19">
                  <c:v>3.4427083333333339</c:v>
                </c:pt>
                <c:pt idx="20">
                  <c:v>3.4427083333333339</c:v>
                </c:pt>
                <c:pt idx="21">
                  <c:v>3.4427083333333339</c:v>
                </c:pt>
                <c:pt idx="22">
                  <c:v>3.4427083333333339</c:v>
                </c:pt>
                <c:pt idx="23">
                  <c:v>3.4427083333333339</c:v>
                </c:pt>
                <c:pt idx="24">
                  <c:v>3.4427083333333339</c:v>
                </c:pt>
                <c:pt idx="25">
                  <c:v>3.4427083333333339</c:v>
                </c:pt>
                <c:pt idx="26">
                  <c:v>3.4427083333333339</c:v>
                </c:pt>
                <c:pt idx="27">
                  <c:v>3.4427083333333339</c:v>
                </c:pt>
                <c:pt idx="28">
                  <c:v>3.4427083333333339</c:v>
                </c:pt>
                <c:pt idx="29">
                  <c:v>3.4427083333333339</c:v>
                </c:pt>
                <c:pt idx="30">
                  <c:v>3.4427083333333339</c:v>
                </c:pt>
                <c:pt idx="31">
                  <c:v>3.4427083333333339</c:v>
                </c:pt>
                <c:pt idx="32">
                  <c:v>3.4427083333333339</c:v>
                </c:pt>
                <c:pt idx="33">
                  <c:v>3.4427083333333339</c:v>
                </c:pt>
                <c:pt idx="34">
                  <c:v>3.4427083333333339</c:v>
                </c:pt>
                <c:pt idx="35">
                  <c:v>3.4427083333333339</c:v>
                </c:pt>
                <c:pt idx="36">
                  <c:v>3.4427083333333339</c:v>
                </c:pt>
                <c:pt idx="37">
                  <c:v>3.4427083333333339</c:v>
                </c:pt>
                <c:pt idx="38">
                  <c:v>3.4427083333333339</c:v>
                </c:pt>
                <c:pt idx="39">
                  <c:v>3.4427083333333339</c:v>
                </c:pt>
                <c:pt idx="40">
                  <c:v>3.4427083333333339</c:v>
                </c:pt>
                <c:pt idx="41">
                  <c:v>3.421875</c:v>
                </c:pt>
                <c:pt idx="42">
                  <c:v>3.302083333333333</c:v>
                </c:pt>
                <c:pt idx="43">
                  <c:v>3.28125</c:v>
                </c:pt>
                <c:pt idx="44">
                  <c:v>3.28125</c:v>
                </c:pt>
                <c:pt idx="45">
                  <c:v>3.28125</c:v>
                </c:pt>
                <c:pt idx="46">
                  <c:v>3.28125</c:v>
                </c:pt>
                <c:pt idx="47">
                  <c:v>3.2604166666666665</c:v>
                </c:pt>
                <c:pt idx="48">
                  <c:v>3.2552083333333335</c:v>
                </c:pt>
                <c:pt idx="49">
                  <c:v>3.2552083333333335</c:v>
                </c:pt>
                <c:pt idx="50">
                  <c:v>3.2552083333333335</c:v>
                </c:pt>
                <c:pt idx="51">
                  <c:v>3.2552083333333335</c:v>
                </c:pt>
                <c:pt idx="52">
                  <c:v>3.2552083333333335</c:v>
                </c:pt>
                <c:pt idx="53">
                  <c:v>3.2552083333333335</c:v>
                </c:pt>
                <c:pt idx="54">
                  <c:v>3.2552083333333335</c:v>
                </c:pt>
                <c:pt idx="55">
                  <c:v>3.2552083333333335</c:v>
                </c:pt>
                <c:pt idx="56">
                  <c:v>3.2552083333333335</c:v>
                </c:pt>
                <c:pt idx="57">
                  <c:v>3.2552083333333335</c:v>
                </c:pt>
                <c:pt idx="58">
                  <c:v>3.2552083333333335</c:v>
                </c:pt>
                <c:pt idx="59">
                  <c:v>3.2552083333333335</c:v>
                </c:pt>
                <c:pt idx="60">
                  <c:v>3.2552083333333335</c:v>
                </c:pt>
                <c:pt idx="61">
                  <c:v>3.2552083333333335</c:v>
                </c:pt>
                <c:pt idx="62">
                  <c:v>3.2552083333333335</c:v>
                </c:pt>
                <c:pt idx="63">
                  <c:v>3.2552083333333335</c:v>
                </c:pt>
                <c:pt idx="64">
                  <c:v>3.2552083333333335</c:v>
                </c:pt>
                <c:pt idx="65">
                  <c:v>3.2552083333333335</c:v>
                </c:pt>
                <c:pt idx="66">
                  <c:v>3.2552083333333335</c:v>
                </c:pt>
                <c:pt idx="67">
                  <c:v>3.2552083333333335</c:v>
                </c:pt>
                <c:pt idx="68">
                  <c:v>3.2552083333333335</c:v>
                </c:pt>
                <c:pt idx="69">
                  <c:v>3.2552083333333335</c:v>
                </c:pt>
                <c:pt idx="70">
                  <c:v>3.2552083333333335</c:v>
                </c:pt>
                <c:pt idx="71">
                  <c:v>3.2552083333333335</c:v>
                </c:pt>
                <c:pt idx="72">
                  <c:v>3.2552083333333335</c:v>
                </c:pt>
                <c:pt idx="73">
                  <c:v>3.2552083333333335</c:v>
                </c:pt>
                <c:pt idx="74">
                  <c:v>3.25</c:v>
                </c:pt>
                <c:pt idx="75">
                  <c:v>3.25</c:v>
                </c:pt>
                <c:pt idx="76">
                  <c:v>3.2552083333333335</c:v>
                </c:pt>
                <c:pt idx="77">
                  <c:v>3.2552083333333335</c:v>
                </c:pt>
                <c:pt idx="78">
                  <c:v>3.25</c:v>
                </c:pt>
                <c:pt idx="79">
                  <c:v>3.25</c:v>
                </c:pt>
                <c:pt idx="80">
                  <c:v>3.25</c:v>
                </c:pt>
                <c:pt idx="81">
                  <c:v>3.25</c:v>
                </c:pt>
                <c:pt idx="82">
                  <c:v>3.25</c:v>
                </c:pt>
                <c:pt idx="83">
                  <c:v>3.25</c:v>
                </c:pt>
                <c:pt idx="84">
                  <c:v>3.25</c:v>
                </c:pt>
                <c:pt idx="85">
                  <c:v>3.25</c:v>
                </c:pt>
                <c:pt idx="86">
                  <c:v>3.25</c:v>
                </c:pt>
                <c:pt idx="87">
                  <c:v>3.25</c:v>
                </c:pt>
                <c:pt idx="88">
                  <c:v>3.25</c:v>
                </c:pt>
                <c:pt idx="89">
                  <c:v>3.25</c:v>
                </c:pt>
                <c:pt idx="90">
                  <c:v>3.432291666666667</c:v>
                </c:pt>
                <c:pt idx="91">
                  <c:v>3.4062500000000004</c:v>
                </c:pt>
                <c:pt idx="92">
                  <c:v>3.4062500000000004</c:v>
                </c:pt>
                <c:pt idx="93">
                  <c:v>3.4062500000000004</c:v>
                </c:pt>
                <c:pt idx="94">
                  <c:v>3.4062500000000004</c:v>
                </c:pt>
                <c:pt idx="95">
                  <c:v>3.4062500000000004</c:v>
                </c:pt>
                <c:pt idx="96">
                  <c:v>3.4062500000000004</c:v>
                </c:pt>
                <c:pt idx="97">
                  <c:v>3.338541666666667</c:v>
                </c:pt>
                <c:pt idx="98">
                  <c:v>3.328125</c:v>
                </c:pt>
                <c:pt idx="99">
                  <c:v>3.328125</c:v>
                </c:pt>
                <c:pt idx="100">
                  <c:v>3.328125</c:v>
                </c:pt>
                <c:pt idx="101">
                  <c:v>3.328125</c:v>
                </c:pt>
                <c:pt idx="102">
                  <c:v>3.328125</c:v>
                </c:pt>
                <c:pt idx="103">
                  <c:v>3.328125</c:v>
                </c:pt>
                <c:pt idx="104">
                  <c:v>3.328125</c:v>
                </c:pt>
                <c:pt idx="105">
                  <c:v>3.328125</c:v>
                </c:pt>
                <c:pt idx="106">
                  <c:v>3.328125</c:v>
                </c:pt>
                <c:pt idx="107">
                  <c:v>3.328125</c:v>
                </c:pt>
                <c:pt idx="108">
                  <c:v>3.328125</c:v>
                </c:pt>
                <c:pt idx="109">
                  <c:v>3.328125</c:v>
                </c:pt>
                <c:pt idx="110">
                  <c:v>3.328125</c:v>
                </c:pt>
                <c:pt idx="111">
                  <c:v>3.328125</c:v>
                </c:pt>
                <c:pt idx="112">
                  <c:v>3.328125</c:v>
                </c:pt>
                <c:pt idx="113">
                  <c:v>3.328125</c:v>
                </c:pt>
                <c:pt idx="114">
                  <c:v>3.328125</c:v>
                </c:pt>
                <c:pt idx="115">
                  <c:v>3.328125</c:v>
                </c:pt>
                <c:pt idx="116">
                  <c:v>3.328125</c:v>
                </c:pt>
                <c:pt idx="117">
                  <c:v>3.328125</c:v>
                </c:pt>
                <c:pt idx="118">
                  <c:v>3.328125</c:v>
                </c:pt>
                <c:pt idx="119">
                  <c:v>3.328125</c:v>
                </c:pt>
                <c:pt idx="120">
                  <c:v>3.328125</c:v>
                </c:pt>
                <c:pt idx="121">
                  <c:v>3.328125</c:v>
                </c:pt>
                <c:pt idx="122">
                  <c:v>3.328125</c:v>
                </c:pt>
                <c:pt idx="123">
                  <c:v>3.328125</c:v>
                </c:pt>
                <c:pt idx="124">
                  <c:v>3.328125</c:v>
                </c:pt>
                <c:pt idx="125">
                  <c:v>3.328125</c:v>
                </c:pt>
                <c:pt idx="126">
                  <c:v>3.328125</c:v>
                </c:pt>
                <c:pt idx="127">
                  <c:v>3.328125</c:v>
                </c:pt>
                <c:pt idx="128">
                  <c:v>3.328125</c:v>
                </c:pt>
                <c:pt idx="129">
                  <c:v>3.328125</c:v>
                </c:pt>
                <c:pt idx="130">
                  <c:v>3.328125</c:v>
                </c:pt>
                <c:pt idx="131">
                  <c:v>3.328125</c:v>
                </c:pt>
                <c:pt idx="132">
                  <c:v>3.328125</c:v>
                </c:pt>
                <c:pt idx="133">
                  <c:v>3.328125</c:v>
                </c:pt>
                <c:pt idx="134">
                  <c:v>3.328125</c:v>
                </c:pt>
                <c:pt idx="135">
                  <c:v>3.328125</c:v>
                </c:pt>
                <c:pt idx="136">
                  <c:v>3.328125</c:v>
                </c:pt>
                <c:pt idx="137">
                  <c:v>3.328125</c:v>
                </c:pt>
                <c:pt idx="138">
                  <c:v>3.328125</c:v>
                </c:pt>
                <c:pt idx="139">
                  <c:v>3.494791666666667</c:v>
                </c:pt>
                <c:pt idx="140">
                  <c:v>3.5104166666666665</c:v>
                </c:pt>
                <c:pt idx="141">
                  <c:v>3.5104166666666665</c:v>
                </c:pt>
                <c:pt idx="142">
                  <c:v>3.5104166666666665</c:v>
                </c:pt>
                <c:pt idx="143">
                  <c:v>3.5104166666666665</c:v>
                </c:pt>
                <c:pt idx="144">
                  <c:v>3.5104166666666665</c:v>
                </c:pt>
                <c:pt idx="145">
                  <c:v>3.4270833333333335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34F-AA49-90B1-08B8277AB0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Sheet1!$A$2:$A$147</c:f>
              <c:strCache>
                <c:ptCount val="146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67s</c:v>
                </c:pt>
                <c:pt idx="9">
                  <c:v>80s</c:v>
                </c:pt>
                <c:pt idx="10">
                  <c:v>88s</c:v>
                </c:pt>
                <c:pt idx="11">
                  <c:v>97s</c:v>
                </c:pt>
                <c:pt idx="12">
                  <c:v>105s</c:v>
                </c:pt>
                <c:pt idx="13">
                  <c:v>113s</c:v>
                </c:pt>
                <c:pt idx="14">
                  <c:v>122s</c:v>
                </c:pt>
                <c:pt idx="15">
                  <c:v>130s</c:v>
                </c:pt>
                <c:pt idx="16">
                  <c:v>139s</c:v>
                </c:pt>
                <c:pt idx="17">
                  <c:v>147s</c:v>
                </c:pt>
                <c:pt idx="18">
                  <c:v>155s</c:v>
                </c:pt>
                <c:pt idx="19">
                  <c:v>164s</c:v>
                </c:pt>
                <c:pt idx="20">
                  <c:v>172s</c:v>
                </c:pt>
                <c:pt idx="21">
                  <c:v>180s</c:v>
                </c:pt>
                <c:pt idx="22">
                  <c:v>189s</c:v>
                </c:pt>
                <c:pt idx="23">
                  <c:v>197s</c:v>
                </c:pt>
                <c:pt idx="24">
                  <c:v>206s</c:v>
                </c:pt>
                <c:pt idx="25">
                  <c:v>214s</c:v>
                </c:pt>
                <c:pt idx="26">
                  <c:v>222s</c:v>
                </c:pt>
                <c:pt idx="27">
                  <c:v>231s</c:v>
                </c:pt>
                <c:pt idx="28">
                  <c:v>239s</c:v>
                </c:pt>
                <c:pt idx="29">
                  <c:v>248s</c:v>
                </c:pt>
                <c:pt idx="30">
                  <c:v>256s</c:v>
                </c:pt>
                <c:pt idx="31">
                  <c:v>265s</c:v>
                </c:pt>
                <c:pt idx="32">
                  <c:v>273s</c:v>
                </c:pt>
                <c:pt idx="33">
                  <c:v>282s</c:v>
                </c:pt>
                <c:pt idx="34">
                  <c:v>290s</c:v>
                </c:pt>
                <c:pt idx="35">
                  <c:v>298s</c:v>
                </c:pt>
                <c:pt idx="36">
                  <c:v>307s</c:v>
                </c:pt>
                <c:pt idx="37">
                  <c:v>315s</c:v>
                </c:pt>
                <c:pt idx="38">
                  <c:v>324s</c:v>
                </c:pt>
                <c:pt idx="39">
                  <c:v>333s</c:v>
                </c:pt>
                <c:pt idx="40">
                  <c:v>341s</c:v>
                </c:pt>
                <c:pt idx="41">
                  <c:v>350s</c:v>
                </c:pt>
                <c:pt idx="42">
                  <c:v>358s</c:v>
                </c:pt>
                <c:pt idx="43">
                  <c:v>367s</c:v>
                </c:pt>
                <c:pt idx="44">
                  <c:v>375s</c:v>
                </c:pt>
                <c:pt idx="45">
                  <c:v>383s</c:v>
                </c:pt>
                <c:pt idx="46">
                  <c:v>392s</c:v>
                </c:pt>
                <c:pt idx="47">
                  <c:v>400s</c:v>
                </c:pt>
                <c:pt idx="48">
                  <c:v>408s</c:v>
                </c:pt>
                <c:pt idx="49">
                  <c:v>416s</c:v>
                </c:pt>
                <c:pt idx="50">
                  <c:v>425s</c:v>
                </c:pt>
                <c:pt idx="51">
                  <c:v>433s</c:v>
                </c:pt>
                <c:pt idx="52">
                  <c:v>441s</c:v>
                </c:pt>
                <c:pt idx="53">
                  <c:v>449s</c:v>
                </c:pt>
                <c:pt idx="54">
                  <c:v>458s</c:v>
                </c:pt>
                <c:pt idx="55">
                  <c:v>466s</c:v>
                </c:pt>
                <c:pt idx="56">
                  <c:v>474s</c:v>
                </c:pt>
                <c:pt idx="57">
                  <c:v>483s</c:v>
                </c:pt>
                <c:pt idx="58">
                  <c:v>491s</c:v>
                </c:pt>
                <c:pt idx="59">
                  <c:v>500s</c:v>
                </c:pt>
                <c:pt idx="60">
                  <c:v>508s</c:v>
                </c:pt>
                <c:pt idx="61">
                  <c:v>517s</c:v>
                </c:pt>
                <c:pt idx="62">
                  <c:v>525s</c:v>
                </c:pt>
                <c:pt idx="63">
                  <c:v>533s</c:v>
                </c:pt>
                <c:pt idx="64">
                  <c:v>542s</c:v>
                </c:pt>
                <c:pt idx="65">
                  <c:v>550s</c:v>
                </c:pt>
                <c:pt idx="66">
                  <c:v>559s</c:v>
                </c:pt>
                <c:pt idx="67">
                  <c:v>567s</c:v>
                </c:pt>
                <c:pt idx="68">
                  <c:v>575s</c:v>
                </c:pt>
                <c:pt idx="69">
                  <c:v>584s</c:v>
                </c:pt>
                <c:pt idx="70">
                  <c:v>592s</c:v>
                </c:pt>
                <c:pt idx="71">
                  <c:v>601s</c:v>
                </c:pt>
                <c:pt idx="72">
                  <c:v>609s</c:v>
                </c:pt>
                <c:pt idx="73">
                  <c:v>618s</c:v>
                </c:pt>
                <c:pt idx="74">
                  <c:v>626s</c:v>
                </c:pt>
                <c:pt idx="75">
                  <c:v>634s</c:v>
                </c:pt>
                <c:pt idx="76">
                  <c:v>643s</c:v>
                </c:pt>
                <c:pt idx="77">
                  <c:v>651s</c:v>
                </c:pt>
                <c:pt idx="78">
                  <c:v>660s</c:v>
                </c:pt>
                <c:pt idx="79">
                  <c:v>668s</c:v>
                </c:pt>
                <c:pt idx="80">
                  <c:v>677s</c:v>
                </c:pt>
                <c:pt idx="81">
                  <c:v>685s</c:v>
                </c:pt>
                <c:pt idx="82">
                  <c:v>694s</c:v>
                </c:pt>
                <c:pt idx="83">
                  <c:v>702s</c:v>
                </c:pt>
                <c:pt idx="84">
                  <c:v>710s</c:v>
                </c:pt>
                <c:pt idx="85">
                  <c:v>719s</c:v>
                </c:pt>
                <c:pt idx="86">
                  <c:v>727s</c:v>
                </c:pt>
                <c:pt idx="87">
                  <c:v>736s</c:v>
                </c:pt>
                <c:pt idx="88">
                  <c:v>744s</c:v>
                </c:pt>
                <c:pt idx="89">
                  <c:v>753s</c:v>
                </c:pt>
                <c:pt idx="90">
                  <c:v>761s</c:v>
                </c:pt>
                <c:pt idx="91">
                  <c:v>770s</c:v>
                </c:pt>
                <c:pt idx="92">
                  <c:v>778s</c:v>
                </c:pt>
                <c:pt idx="93">
                  <c:v>787s</c:v>
                </c:pt>
                <c:pt idx="94">
                  <c:v>795s</c:v>
                </c:pt>
                <c:pt idx="95">
                  <c:v>804s</c:v>
                </c:pt>
                <c:pt idx="96">
                  <c:v>812s</c:v>
                </c:pt>
                <c:pt idx="97">
                  <c:v>820s</c:v>
                </c:pt>
                <c:pt idx="98">
                  <c:v>829s</c:v>
                </c:pt>
                <c:pt idx="99">
                  <c:v>837s</c:v>
                </c:pt>
                <c:pt idx="100">
                  <c:v>845s</c:v>
                </c:pt>
                <c:pt idx="101">
                  <c:v>854s</c:v>
                </c:pt>
                <c:pt idx="102">
                  <c:v>862s</c:v>
                </c:pt>
                <c:pt idx="103">
                  <c:v>870s</c:v>
                </c:pt>
                <c:pt idx="104">
                  <c:v>879s</c:v>
                </c:pt>
                <c:pt idx="105">
                  <c:v>887s</c:v>
                </c:pt>
                <c:pt idx="106">
                  <c:v>895s</c:v>
                </c:pt>
                <c:pt idx="107">
                  <c:v>904s</c:v>
                </c:pt>
                <c:pt idx="108">
                  <c:v>912s</c:v>
                </c:pt>
                <c:pt idx="109">
                  <c:v>920s</c:v>
                </c:pt>
                <c:pt idx="110">
                  <c:v>929s</c:v>
                </c:pt>
                <c:pt idx="111">
                  <c:v>937s</c:v>
                </c:pt>
                <c:pt idx="112">
                  <c:v>945s</c:v>
                </c:pt>
                <c:pt idx="113">
                  <c:v>954s</c:v>
                </c:pt>
                <c:pt idx="114">
                  <c:v>963s</c:v>
                </c:pt>
                <c:pt idx="115">
                  <c:v>971s</c:v>
                </c:pt>
                <c:pt idx="116">
                  <c:v>979s</c:v>
                </c:pt>
                <c:pt idx="117">
                  <c:v>988s</c:v>
                </c:pt>
                <c:pt idx="118">
                  <c:v>996s</c:v>
                </c:pt>
                <c:pt idx="119">
                  <c:v>1004s</c:v>
                </c:pt>
                <c:pt idx="120">
                  <c:v>1013s</c:v>
                </c:pt>
                <c:pt idx="121">
                  <c:v>1021s</c:v>
                </c:pt>
                <c:pt idx="122">
                  <c:v>1030s</c:v>
                </c:pt>
                <c:pt idx="123">
                  <c:v>1038s</c:v>
                </c:pt>
                <c:pt idx="124">
                  <c:v>1047s</c:v>
                </c:pt>
                <c:pt idx="125">
                  <c:v>1055s</c:v>
                </c:pt>
                <c:pt idx="126">
                  <c:v>1063s</c:v>
                </c:pt>
                <c:pt idx="127">
                  <c:v>1072s</c:v>
                </c:pt>
                <c:pt idx="128">
                  <c:v>1080s</c:v>
                </c:pt>
                <c:pt idx="129">
                  <c:v>1089s</c:v>
                </c:pt>
                <c:pt idx="130">
                  <c:v>1097s</c:v>
                </c:pt>
                <c:pt idx="131">
                  <c:v>1106s</c:v>
                </c:pt>
                <c:pt idx="132">
                  <c:v>1114s</c:v>
                </c:pt>
                <c:pt idx="133">
                  <c:v>1123s</c:v>
                </c:pt>
                <c:pt idx="134">
                  <c:v>1131s</c:v>
                </c:pt>
                <c:pt idx="135">
                  <c:v>1140s</c:v>
                </c:pt>
                <c:pt idx="136">
                  <c:v>1148s</c:v>
                </c:pt>
                <c:pt idx="137">
                  <c:v>1157s</c:v>
                </c:pt>
                <c:pt idx="138">
                  <c:v>1165s</c:v>
                </c:pt>
                <c:pt idx="139">
                  <c:v>1173s</c:v>
                </c:pt>
                <c:pt idx="140">
                  <c:v>1182s</c:v>
                </c:pt>
                <c:pt idx="141">
                  <c:v>1190s</c:v>
                </c:pt>
                <c:pt idx="142">
                  <c:v>1199s</c:v>
                </c:pt>
                <c:pt idx="143">
                  <c:v>1207s</c:v>
                </c:pt>
                <c:pt idx="144">
                  <c:v>1216s</c:v>
                </c:pt>
                <c:pt idx="145">
                  <c:v>1224s</c:v>
                </c:pt>
              </c:strCache>
            </c:strRef>
          </c:cat>
          <c:val>
            <c:numRef>
              <c:f>Sheet1!$C$2:$C$147</c:f>
              <c:numCache>
                <c:formatCode>General</c:formatCode>
                <c:ptCount val="146"/>
                <c:pt idx="0">
                  <c:v>6.9479166666666661</c:v>
                </c:pt>
                <c:pt idx="1">
                  <c:v>6.9479166666666661</c:v>
                </c:pt>
                <c:pt idx="2">
                  <c:v>6.9479166666666661</c:v>
                </c:pt>
                <c:pt idx="3">
                  <c:v>6.9479166666666661</c:v>
                </c:pt>
                <c:pt idx="4">
                  <c:v>6.9479166666666661</c:v>
                </c:pt>
                <c:pt idx="5">
                  <c:v>6.9479166666666661</c:v>
                </c:pt>
                <c:pt idx="6">
                  <c:v>6.9479166666666661</c:v>
                </c:pt>
                <c:pt idx="7">
                  <c:v>6.9479166666666661</c:v>
                </c:pt>
                <c:pt idx="8">
                  <c:v>0</c:v>
                </c:pt>
                <c:pt idx="9">
                  <c:v>6.9479166666666661</c:v>
                </c:pt>
                <c:pt idx="10">
                  <c:v>6.9479166666666661</c:v>
                </c:pt>
                <c:pt idx="11">
                  <c:v>6.9479166666666661</c:v>
                </c:pt>
                <c:pt idx="12">
                  <c:v>6.9479166666666661</c:v>
                </c:pt>
                <c:pt idx="13">
                  <c:v>6.9479166666666661</c:v>
                </c:pt>
                <c:pt idx="14">
                  <c:v>6.9479166666666661</c:v>
                </c:pt>
                <c:pt idx="15">
                  <c:v>6.9479166666666661</c:v>
                </c:pt>
                <c:pt idx="16">
                  <c:v>6.9479166666666661</c:v>
                </c:pt>
                <c:pt idx="17">
                  <c:v>6.9479166666666661</c:v>
                </c:pt>
                <c:pt idx="18">
                  <c:v>6.9479166666666661</c:v>
                </c:pt>
                <c:pt idx="19">
                  <c:v>6.9479166666666661</c:v>
                </c:pt>
                <c:pt idx="20">
                  <c:v>6.9479166666666661</c:v>
                </c:pt>
                <c:pt idx="21">
                  <c:v>6.9479166666666661</c:v>
                </c:pt>
                <c:pt idx="22">
                  <c:v>6.9479166666666661</c:v>
                </c:pt>
                <c:pt idx="23">
                  <c:v>6.9479166666666661</c:v>
                </c:pt>
                <c:pt idx="24">
                  <c:v>6.9479166666666661</c:v>
                </c:pt>
                <c:pt idx="25">
                  <c:v>6.9479166666666661</c:v>
                </c:pt>
                <c:pt idx="26">
                  <c:v>6.9479166666666661</c:v>
                </c:pt>
                <c:pt idx="27">
                  <c:v>6.9479166666666661</c:v>
                </c:pt>
                <c:pt idx="28">
                  <c:v>6.9479166666666661</c:v>
                </c:pt>
                <c:pt idx="29">
                  <c:v>6.9479166666666661</c:v>
                </c:pt>
                <c:pt idx="30">
                  <c:v>6.9479166666666661</c:v>
                </c:pt>
                <c:pt idx="31">
                  <c:v>6.9479166666666661</c:v>
                </c:pt>
                <c:pt idx="32">
                  <c:v>6.9479166666666661</c:v>
                </c:pt>
                <c:pt idx="33">
                  <c:v>6.9479166666666661</c:v>
                </c:pt>
                <c:pt idx="34">
                  <c:v>6.9479166666666661</c:v>
                </c:pt>
                <c:pt idx="35">
                  <c:v>6.9479166666666661</c:v>
                </c:pt>
                <c:pt idx="36">
                  <c:v>6.9479166666666661</c:v>
                </c:pt>
                <c:pt idx="37">
                  <c:v>6.9479166666666661</c:v>
                </c:pt>
                <c:pt idx="38">
                  <c:v>6.9479166666666661</c:v>
                </c:pt>
                <c:pt idx="39">
                  <c:v>6.9479166666666661</c:v>
                </c:pt>
                <c:pt idx="40">
                  <c:v>6.9479166666666661</c:v>
                </c:pt>
                <c:pt idx="41">
                  <c:v>6.96875</c:v>
                </c:pt>
                <c:pt idx="42">
                  <c:v>7.0677083333333339</c:v>
                </c:pt>
                <c:pt idx="43">
                  <c:v>7.09375</c:v>
                </c:pt>
                <c:pt idx="44">
                  <c:v>7.09375</c:v>
                </c:pt>
                <c:pt idx="45">
                  <c:v>7.09375</c:v>
                </c:pt>
                <c:pt idx="46">
                  <c:v>7.09375</c:v>
                </c:pt>
                <c:pt idx="47">
                  <c:v>7.1354166666666661</c:v>
                </c:pt>
                <c:pt idx="48">
                  <c:v>7.166666666666667</c:v>
                </c:pt>
                <c:pt idx="49">
                  <c:v>7.166666666666667</c:v>
                </c:pt>
                <c:pt idx="50">
                  <c:v>7.166666666666667</c:v>
                </c:pt>
                <c:pt idx="51">
                  <c:v>7.166666666666667</c:v>
                </c:pt>
                <c:pt idx="52">
                  <c:v>7.166666666666667</c:v>
                </c:pt>
                <c:pt idx="53">
                  <c:v>7.166666666666667</c:v>
                </c:pt>
                <c:pt idx="54">
                  <c:v>7.166666666666667</c:v>
                </c:pt>
                <c:pt idx="55">
                  <c:v>7.166666666666667</c:v>
                </c:pt>
                <c:pt idx="56">
                  <c:v>7.166666666666667</c:v>
                </c:pt>
                <c:pt idx="57">
                  <c:v>7.166666666666667</c:v>
                </c:pt>
                <c:pt idx="58">
                  <c:v>7.166666666666667</c:v>
                </c:pt>
                <c:pt idx="59">
                  <c:v>7.166666666666667</c:v>
                </c:pt>
                <c:pt idx="60">
                  <c:v>7.166666666666667</c:v>
                </c:pt>
                <c:pt idx="61">
                  <c:v>7.166666666666667</c:v>
                </c:pt>
                <c:pt idx="62">
                  <c:v>7.166666666666667</c:v>
                </c:pt>
                <c:pt idx="63">
                  <c:v>7.166666666666667</c:v>
                </c:pt>
                <c:pt idx="64">
                  <c:v>7.166666666666667</c:v>
                </c:pt>
                <c:pt idx="65">
                  <c:v>7.166666666666667</c:v>
                </c:pt>
                <c:pt idx="66">
                  <c:v>7.166666666666667</c:v>
                </c:pt>
                <c:pt idx="67">
                  <c:v>7.166666666666667</c:v>
                </c:pt>
                <c:pt idx="68">
                  <c:v>7.166666666666667</c:v>
                </c:pt>
                <c:pt idx="69">
                  <c:v>7.166666666666667</c:v>
                </c:pt>
                <c:pt idx="70">
                  <c:v>7.166666666666667</c:v>
                </c:pt>
                <c:pt idx="71">
                  <c:v>7.166666666666667</c:v>
                </c:pt>
                <c:pt idx="72">
                  <c:v>7.166666666666667</c:v>
                </c:pt>
                <c:pt idx="73">
                  <c:v>7.166666666666667</c:v>
                </c:pt>
                <c:pt idx="74">
                  <c:v>7.166666666666667</c:v>
                </c:pt>
                <c:pt idx="75">
                  <c:v>7.166666666666667</c:v>
                </c:pt>
                <c:pt idx="76">
                  <c:v>7.166666666666667</c:v>
                </c:pt>
                <c:pt idx="77">
                  <c:v>7.166666666666667</c:v>
                </c:pt>
                <c:pt idx="78">
                  <c:v>7.166666666666667</c:v>
                </c:pt>
                <c:pt idx="79">
                  <c:v>7.166666666666667</c:v>
                </c:pt>
                <c:pt idx="80">
                  <c:v>7.166666666666667</c:v>
                </c:pt>
                <c:pt idx="81">
                  <c:v>7.166666666666667</c:v>
                </c:pt>
                <c:pt idx="82">
                  <c:v>7.166666666666667</c:v>
                </c:pt>
                <c:pt idx="83">
                  <c:v>7.166666666666667</c:v>
                </c:pt>
                <c:pt idx="84">
                  <c:v>7.166666666666667</c:v>
                </c:pt>
                <c:pt idx="85">
                  <c:v>7.166666666666667</c:v>
                </c:pt>
                <c:pt idx="86">
                  <c:v>7.166666666666667</c:v>
                </c:pt>
                <c:pt idx="87">
                  <c:v>7.166666666666667</c:v>
                </c:pt>
                <c:pt idx="88">
                  <c:v>7.166666666666667</c:v>
                </c:pt>
                <c:pt idx="89">
                  <c:v>7.166666666666667</c:v>
                </c:pt>
                <c:pt idx="90">
                  <c:v>7.2499999999999991</c:v>
                </c:pt>
                <c:pt idx="91">
                  <c:v>7.296875</c:v>
                </c:pt>
                <c:pt idx="92">
                  <c:v>7.296875</c:v>
                </c:pt>
                <c:pt idx="93">
                  <c:v>7.296875</c:v>
                </c:pt>
                <c:pt idx="94">
                  <c:v>7.296875</c:v>
                </c:pt>
                <c:pt idx="95">
                  <c:v>7.296875</c:v>
                </c:pt>
                <c:pt idx="96">
                  <c:v>7.296875</c:v>
                </c:pt>
                <c:pt idx="97">
                  <c:v>7.3541666666666661</c:v>
                </c:pt>
                <c:pt idx="98">
                  <c:v>7.359375</c:v>
                </c:pt>
                <c:pt idx="99">
                  <c:v>7.359375</c:v>
                </c:pt>
                <c:pt idx="100">
                  <c:v>7.359375</c:v>
                </c:pt>
                <c:pt idx="101">
                  <c:v>7.359375</c:v>
                </c:pt>
                <c:pt idx="102">
                  <c:v>7.359375</c:v>
                </c:pt>
                <c:pt idx="103">
                  <c:v>7.359375</c:v>
                </c:pt>
                <c:pt idx="104">
                  <c:v>7.359375</c:v>
                </c:pt>
                <c:pt idx="105">
                  <c:v>7.359375</c:v>
                </c:pt>
                <c:pt idx="106">
                  <c:v>7.359375</c:v>
                </c:pt>
                <c:pt idx="107">
                  <c:v>7.359375</c:v>
                </c:pt>
                <c:pt idx="108">
                  <c:v>7.359375</c:v>
                </c:pt>
                <c:pt idx="109">
                  <c:v>7.359375</c:v>
                </c:pt>
                <c:pt idx="110">
                  <c:v>7.359375</c:v>
                </c:pt>
                <c:pt idx="111">
                  <c:v>7.359375</c:v>
                </c:pt>
                <c:pt idx="112">
                  <c:v>7.359375</c:v>
                </c:pt>
                <c:pt idx="113">
                  <c:v>7.359375</c:v>
                </c:pt>
                <c:pt idx="114">
                  <c:v>7.359375</c:v>
                </c:pt>
                <c:pt idx="115">
                  <c:v>7.359375</c:v>
                </c:pt>
                <c:pt idx="116">
                  <c:v>7.359375</c:v>
                </c:pt>
                <c:pt idx="117">
                  <c:v>7.359375</c:v>
                </c:pt>
                <c:pt idx="118">
                  <c:v>7.359375</c:v>
                </c:pt>
                <c:pt idx="119">
                  <c:v>7.359375</c:v>
                </c:pt>
                <c:pt idx="120">
                  <c:v>7.359375</c:v>
                </c:pt>
                <c:pt idx="121">
                  <c:v>7.359375</c:v>
                </c:pt>
                <c:pt idx="122">
                  <c:v>7.359375</c:v>
                </c:pt>
                <c:pt idx="123">
                  <c:v>7.359375</c:v>
                </c:pt>
                <c:pt idx="124">
                  <c:v>7.359375</c:v>
                </c:pt>
                <c:pt idx="125">
                  <c:v>7.359375</c:v>
                </c:pt>
                <c:pt idx="126">
                  <c:v>7.359375</c:v>
                </c:pt>
                <c:pt idx="127">
                  <c:v>7.359375</c:v>
                </c:pt>
                <c:pt idx="128">
                  <c:v>7.359375</c:v>
                </c:pt>
                <c:pt idx="129">
                  <c:v>7.359375</c:v>
                </c:pt>
                <c:pt idx="130">
                  <c:v>7.359375</c:v>
                </c:pt>
                <c:pt idx="131">
                  <c:v>7.359375</c:v>
                </c:pt>
                <c:pt idx="132">
                  <c:v>7.359375</c:v>
                </c:pt>
                <c:pt idx="133">
                  <c:v>7.359375</c:v>
                </c:pt>
                <c:pt idx="134">
                  <c:v>7.359375</c:v>
                </c:pt>
                <c:pt idx="135">
                  <c:v>7.359375</c:v>
                </c:pt>
                <c:pt idx="136">
                  <c:v>7.359375</c:v>
                </c:pt>
                <c:pt idx="137">
                  <c:v>7.359375</c:v>
                </c:pt>
                <c:pt idx="138">
                  <c:v>7.359375</c:v>
                </c:pt>
                <c:pt idx="139">
                  <c:v>7.3906249999999991</c:v>
                </c:pt>
                <c:pt idx="140">
                  <c:v>7.4583333333333339</c:v>
                </c:pt>
                <c:pt idx="141">
                  <c:v>7.4583333333333339</c:v>
                </c:pt>
                <c:pt idx="142">
                  <c:v>7.4583333333333339</c:v>
                </c:pt>
                <c:pt idx="143">
                  <c:v>7.4583333333333339</c:v>
                </c:pt>
                <c:pt idx="144">
                  <c:v>7.4583333333333339</c:v>
                </c:pt>
                <c:pt idx="145">
                  <c:v>7.510416666666667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34F-AA49-90B1-08B8277AB01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Sheet1!$A$2:$A$147</c:f>
              <c:strCache>
                <c:ptCount val="146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67s</c:v>
                </c:pt>
                <c:pt idx="9">
                  <c:v>80s</c:v>
                </c:pt>
                <c:pt idx="10">
                  <c:v>88s</c:v>
                </c:pt>
                <c:pt idx="11">
                  <c:v>97s</c:v>
                </c:pt>
                <c:pt idx="12">
                  <c:v>105s</c:v>
                </c:pt>
                <c:pt idx="13">
                  <c:v>113s</c:v>
                </c:pt>
                <c:pt idx="14">
                  <c:v>122s</c:v>
                </c:pt>
                <c:pt idx="15">
                  <c:v>130s</c:v>
                </c:pt>
                <c:pt idx="16">
                  <c:v>139s</c:v>
                </c:pt>
                <c:pt idx="17">
                  <c:v>147s</c:v>
                </c:pt>
                <c:pt idx="18">
                  <c:v>155s</c:v>
                </c:pt>
                <c:pt idx="19">
                  <c:v>164s</c:v>
                </c:pt>
                <c:pt idx="20">
                  <c:v>172s</c:v>
                </c:pt>
                <c:pt idx="21">
                  <c:v>180s</c:v>
                </c:pt>
                <c:pt idx="22">
                  <c:v>189s</c:v>
                </c:pt>
                <c:pt idx="23">
                  <c:v>197s</c:v>
                </c:pt>
                <c:pt idx="24">
                  <c:v>206s</c:v>
                </c:pt>
                <c:pt idx="25">
                  <c:v>214s</c:v>
                </c:pt>
                <c:pt idx="26">
                  <c:v>222s</c:v>
                </c:pt>
                <c:pt idx="27">
                  <c:v>231s</c:v>
                </c:pt>
                <c:pt idx="28">
                  <c:v>239s</c:v>
                </c:pt>
                <c:pt idx="29">
                  <c:v>248s</c:v>
                </c:pt>
                <c:pt idx="30">
                  <c:v>256s</c:v>
                </c:pt>
                <c:pt idx="31">
                  <c:v>265s</c:v>
                </c:pt>
                <c:pt idx="32">
                  <c:v>273s</c:v>
                </c:pt>
                <c:pt idx="33">
                  <c:v>282s</c:v>
                </c:pt>
                <c:pt idx="34">
                  <c:v>290s</c:v>
                </c:pt>
                <c:pt idx="35">
                  <c:v>298s</c:v>
                </c:pt>
                <c:pt idx="36">
                  <c:v>307s</c:v>
                </c:pt>
                <c:pt idx="37">
                  <c:v>315s</c:v>
                </c:pt>
                <c:pt idx="38">
                  <c:v>324s</c:v>
                </c:pt>
                <c:pt idx="39">
                  <c:v>333s</c:v>
                </c:pt>
                <c:pt idx="40">
                  <c:v>341s</c:v>
                </c:pt>
                <c:pt idx="41">
                  <c:v>350s</c:v>
                </c:pt>
                <c:pt idx="42">
                  <c:v>358s</c:v>
                </c:pt>
                <c:pt idx="43">
                  <c:v>367s</c:v>
                </c:pt>
                <c:pt idx="44">
                  <c:v>375s</c:v>
                </c:pt>
                <c:pt idx="45">
                  <c:v>383s</c:v>
                </c:pt>
                <c:pt idx="46">
                  <c:v>392s</c:v>
                </c:pt>
                <c:pt idx="47">
                  <c:v>400s</c:v>
                </c:pt>
                <c:pt idx="48">
                  <c:v>408s</c:v>
                </c:pt>
                <c:pt idx="49">
                  <c:v>416s</c:v>
                </c:pt>
                <c:pt idx="50">
                  <c:v>425s</c:v>
                </c:pt>
                <c:pt idx="51">
                  <c:v>433s</c:v>
                </c:pt>
                <c:pt idx="52">
                  <c:v>441s</c:v>
                </c:pt>
                <c:pt idx="53">
                  <c:v>449s</c:v>
                </c:pt>
                <c:pt idx="54">
                  <c:v>458s</c:v>
                </c:pt>
                <c:pt idx="55">
                  <c:v>466s</c:v>
                </c:pt>
                <c:pt idx="56">
                  <c:v>474s</c:v>
                </c:pt>
                <c:pt idx="57">
                  <c:v>483s</c:v>
                </c:pt>
                <c:pt idx="58">
                  <c:v>491s</c:v>
                </c:pt>
                <c:pt idx="59">
                  <c:v>500s</c:v>
                </c:pt>
                <c:pt idx="60">
                  <c:v>508s</c:v>
                </c:pt>
                <c:pt idx="61">
                  <c:v>517s</c:v>
                </c:pt>
                <c:pt idx="62">
                  <c:v>525s</c:v>
                </c:pt>
                <c:pt idx="63">
                  <c:v>533s</c:v>
                </c:pt>
                <c:pt idx="64">
                  <c:v>542s</c:v>
                </c:pt>
                <c:pt idx="65">
                  <c:v>550s</c:v>
                </c:pt>
                <c:pt idx="66">
                  <c:v>559s</c:v>
                </c:pt>
                <c:pt idx="67">
                  <c:v>567s</c:v>
                </c:pt>
                <c:pt idx="68">
                  <c:v>575s</c:v>
                </c:pt>
                <c:pt idx="69">
                  <c:v>584s</c:v>
                </c:pt>
                <c:pt idx="70">
                  <c:v>592s</c:v>
                </c:pt>
                <c:pt idx="71">
                  <c:v>601s</c:v>
                </c:pt>
                <c:pt idx="72">
                  <c:v>609s</c:v>
                </c:pt>
                <c:pt idx="73">
                  <c:v>618s</c:v>
                </c:pt>
                <c:pt idx="74">
                  <c:v>626s</c:v>
                </c:pt>
                <c:pt idx="75">
                  <c:v>634s</c:v>
                </c:pt>
                <c:pt idx="76">
                  <c:v>643s</c:v>
                </c:pt>
                <c:pt idx="77">
                  <c:v>651s</c:v>
                </c:pt>
                <c:pt idx="78">
                  <c:v>660s</c:v>
                </c:pt>
                <c:pt idx="79">
                  <c:v>668s</c:v>
                </c:pt>
                <c:pt idx="80">
                  <c:v>677s</c:v>
                </c:pt>
                <c:pt idx="81">
                  <c:v>685s</c:v>
                </c:pt>
                <c:pt idx="82">
                  <c:v>694s</c:v>
                </c:pt>
                <c:pt idx="83">
                  <c:v>702s</c:v>
                </c:pt>
                <c:pt idx="84">
                  <c:v>710s</c:v>
                </c:pt>
                <c:pt idx="85">
                  <c:v>719s</c:v>
                </c:pt>
                <c:pt idx="86">
                  <c:v>727s</c:v>
                </c:pt>
                <c:pt idx="87">
                  <c:v>736s</c:v>
                </c:pt>
                <c:pt idx="88">
                  <c:v>744s</c:v>
                </c:pt>
                <c:pt idx="89">
                  <c:v>753s</c:v>
                </c:pt>
                <c:pt idx="90">
                  <c:v>761s</c:v>
                </c:pt>
                <c:pt idx="91">
                  <c:v>770s</c:v>
                </c:pt>
                <c:pt idx="92">
                  <c:v>778s</c:v>
                </c:pt>
                <c:pt idx="93">
                  <c:v>787s</c:v>
                </c:pt>
                <c:pt idx="94">
                  <c:v>795s</c:v>
                </c:pt>
                <c:pt idx="95">
                  <c:v>804s</c:v>
                </c:pt>
                <c:pt idx="96">
                  <c:v>812s</c:v>
                </c:pt>
                <c:pt idx="97">
                  <c:v>820s</c:v>
                </c:pt>
                <c:pt idx="98">
                  <c:v>829s</c:v>
                </c:pt>
                <c:pt idx="99">
                  <c:v>837s</c:v>
                </c:pt>
                <c:pt idx="100">
                  <c:v>845s</c:v>
                </c:pt>
                <c:pt idx="101">
                  <c:v>854s</c:v>
                </c:pt>
                <c:pt idx="102">
                  <c:v>862s</c:v>
                </c:pt>
                <c:pt idx="103">
                  <c:v>870s</c:v>
                </c:pt>
                <c:pt idx="104">
                  <c:v>879s</c:v>
                </c:pt>
                <c:pt idx="105">
                  <c:v>887s</c:v>
                </c:pt>
                <c:pt idx="106">
                  <c:v>895s</c:v>
                </c:pt>
                <c:pt idx="107">
                  <c:v>904s</c:v>
                </c:pt>
                <c:pt idx="108">
                  <c:v>912s</c:v>
                </c:pt>
                <c:pt idx="109">
                  <c:v>920s</c:v>
                </c:pt>
                <c:pt idx="110">
                  <c:v>929s</c:v>
                </c:pt>
                <c:pt idx="111">
                  <c:v>937s</c:v>
                </c:pt>
                <c:pt idx="112">
                  <c:v>945s</c:v>
                </c:pt>
                <c:pt idx="113">
                  <c:v>954s</c:v>
                </c:pt>
                <c:pt idx="114">
                  <c:v>963s</c:v>
                </c:pt>
                <c:pt idx="115">
                  <c:v>971s</c:v>
                </c:pt>
                <c:pt idx="116">
                  <c:v>979s</c:v>
                </c:pt>
                <c:pt idx="117">
                  <c:v>988s</c:v>
                </c:pt>
                <c:pt idx="118">
                  <c:v>996s</c:v>
                </c:pt>
                <c:pt idx="119">
                  <c:v>1004s</c:v>
                </c:pt>
                <c:pt idx="120">
                  <c:v>1013s</c:v>
                </c:pt>
                <c:pt idx="121">
                  <c:v>1021s</c:v>
                </c:pt>
                <c:pt idx="122">
                  <c:v>1030s</c:v>
                </c:pt>
                <c:pt idx="123">
                  <c:v>1038s</c:v>
                </c:pt>
                <c:pt idx="124">
                  <c:v>1047s</c:v>
                </c:pt>
                <c:pt idx="125">
                  <c:v>1055s</c:v>
                </c:pt>
                <c:pt idx="126">
                  <c:v>1063s</c:v>
                </c:pt>
                <c:pt idx="127">
                  <c:v>1072s</c:v>
                </c:pt>
                <c:pt idx="128">
                  <c:v>1080s</c:v>
                </c:pt>
                <c:pt idx="129">
                  <c:v>1089s</c:v>
                </c:pt>
                <c:pt idx="130">
                  <c:v>1097s</c:v>
                </c:pt>
                <c:pt idx="131">
                  <c:v>1106s</c:v>
                </c:pt>
                <c:pt idx="132">
                  <c:v>1114s</c:v>
                </c:pt>
                <c:pt idx="133">
                  <c:v>1123s</c:v>
                </c:pt>
                <c:pt idx="134">
                  <c:v>1131s</c:v>
                </c:pt>
                <c:pt idx="135">
                  <c:v>1140s</c:v>
                </c:pt>
                <c:pt idx="136">
                  <c:v>1148s</c:v>
                </c:pt>
                <c:pt idx="137">
                  <c:v>1157s</c:v>
                </c:pt>
                <c:pt idx="138">
                  <c:v>1165s</c:v>
                </c:pt>
                <c:pt idx="139">
                  <c:v>1173s</c:v>
                </c:pt>
                <c:pt idx="140">
                  <c:v>1182s</c:v>
                </c:pt>
                <c:pt idx="141">
                  <c:v>1190s</c:v>
                </c:pt>
                <c:pt idx="142">
                  <c:v>1199s</c:v>
                </c:pt>
                <c:pt idx="143">
                  <c:v>1207s</c:v>
                </c:pt>
                <c:pt idx="144">
                  <c:v>1216s</c:v>
                </c:pt>
                <c:pt idx="145">
                  <c:v>1224s</c:v>
                </c:pt>
              </c:strCache>
            </c:strRef>
          </c:cat>
          <c:val>
            <c:numRef>
              <c:f>Sheet1!$D$2:$D$147</c:f>
              <c:numCache>
                <c:formatCode>General</c:formatCode>
                <c:ptCount val="146"/>
                <c:pt idx="0">
                  <c:v>2.0833333333333336E-2</c:v>
                </c:pt>
                <c:pt idx="1">
                  <c:v>2.0833333333333336E-2</c:v>
                </c:pt>
                <c:pt idx="2">
                  <c:v>2.0833333333333336E-2</c:v>
                </c:pt>
                <c:pt idx="3">
                  <c:v>2.0833333333333336E-2</c:v>
                </c:pt>
                <c:pt idx="4">
                  <c:v>2.0833333333333336E-2</c:v>
                </c:pt>
                <c:pt idx="5">
                  <c:v>2.0833333333333336E-2</c:v>
                </c:pt>
                <c:pt idx="6">
                  <c:v>2.0833333333333336E-2</c:v>
                </c:pt>
                <c:pt idx="7">
                  <c:v>2.0833333333333336E-2</c:v>
                </c:pt>
                <c:pt idx="8">
                  <c:v>0</c:v>
                </c:pt>
                <c:pt idx="9">
                  <c:v>2.0833333333333336E-2</c:v>
                </c:pt>
                <c:pt idx="10">
                  <c:v>2.0833333333333336E-2</c:v>
                </c:pt>
                <c:pt idx="11">
                  <c:v>2.0833333333333336E-2</c:v>
                </c:pt>
                <c:pt idx="12">
                  <c:v>2.0833333333333336E-2</c:v>
                </c:pt>
                <c:pt idx="13">
                  <c:v>2.0833333333333336E-2</c:v>
                </c:pt>
                <c:pt idx="14">
                  <c:v>2.0833333333333336E-2</c:v>
                </c:pt>
                <c:pt idx="15">
                  <c:v>2.0833333333333336E-2</c:v>
                </c:pt>
                <c:pt idx="16">
                  <c:v>2.0833333333333336E-2</c:v>
                </c:pt>
                <c:pt idx="17">
                  <c:v>2.0833333333333336E-2</c:v>
                </c:pt>
                <c:pt idx="18">
                  <c:v>2.0833333333333336E-2</c:v>
                </c:pt>
                <c:pt idx="19">
                  <c:v>2.0833333333333336E-2</c:v>
                </c:pt>
                <c:pt idx="20">
                  <c:v>2.0833333333333336E-2</c:v>
                </c:pt>
                <c:pt idx="21">
                  <c:v>2.0833333333333336E-2</c:v>
                </c:pt>
                <c:pt idx="22">
                  <c:v>2.0833333333333336E-2</c:v>
                </c:pt>
                <c:pt idx="23">
                  <c:v>2.0833333333333336E-2</c:v>
                </c:pt>
                <c:pt idx="24">
                  <c:v>2.0833333333333336E-2</c:v>
                </c:pt>
                <c:pt idx="25">
                  <c:v>2.0833333333333336E-2</c:v>
                </c:pt>
                <c:pt idx="26">
                  <c:v>2.0833333333333336E-2</c:v>
                </c:pt>
                <c:pt idx="27">
                  <c:v>2.0833333333333336E-2</c:v>
                </c:pt>
                <c:pt idx="28">
                  <c:v>2.0833333333333336E-2</c:v>
                </c:pt>
                <c:pt idx="29">
                  <c:v>2.0833333333333336E-2</c:v>
                </c:pt>
                <c:pt idx="30">
                  <c:v>2.0833333333333336E-2</c:v>
                </c:pt>
                <c:pt idx="31">
                  <c:v>2.0833333333333336E-2</c:v>
                </c:pt>
                <c:pt idx="32">
                  <c:v>2.0833333333333336E-2</c:v>
                </c:pt>
                <c:pt idx="33">
                  <c:v>2.0833333333333336E-2</c:v>
                </c:pt>
                <c:pt idx="34">
                  <c:v>1.5625E-2</c:v>
                </c:pt>
                <c:pt idx="35">
                  <c:v>1.5625E-2</c:v>
                </c:pt>
                <c:pt idx="36">
                  <c:v>1.5625E-2</c:v>
                </c:pt>
                <c:pt idx="37">
                  <c:v>1.5625E-2</c:v>
                </c:pt>
                <c:pt idx="38">
                  <c:v>1.5625E-2</c:v>
                </c:pt>
                <c:pt idx="39">
                  <c:v>1.5625E-2</c:v>
                </c:pt>
                <c:pt idx="40">
                  <c:v>1.5625E-2</c:v>
                </c:pt>
                <c:pt idx="41">
                  <c:v>2.0833333333333336E-2</c:v>
                </c:pt>
                <c:pt idx="42">
                  <c:v>2.0833333333333336E-2</c:v>
                </c:pt>
                <c:pt idx="43">
                  <c:v>2.0833333333333336E-2</c:v>
                </c:pt>
                <c:pt idx="44">
                  <c:v>2.0833333333333336E-2</c:v>
                </c:pt>
                <c:pt idx="45">
                  <c:v>2.0833333333333336E-2</c:v>
                </c:pt>
                <c:pt idx="46">
                  <c:v>2.0833333333333336E-2</c:v>
                </c:pt>
                <c:pt idx="47">
                  <c:v>2.0833333333333336E-2</c:v>
                </c:pt>
                <c:pt idx="48">
                  <c:v>2.0833333333333336E-2</c:v>
                </c:pt>
                <c:pt idx="49">
                  <c:v>2.0833333333333336E-2</c:v>
                </c:pt>
                <c:pt idx="50">
                  <c:v>2.0833333333333336E-2</c:v>
                </c:pt>
                <c:pt idx="51">
                  <c:v>2.0833333333333336E-2</c:v>
                </c:pt>
                <c:pt idx="52">
                  <c:v>2.0833333333333336E-2</c:v>
                </c:pt>
                <c:pt idx="53">
                  <c:v>2.0833333333333336E-2</c:v>
                </c:pt>
                <c:pt idx="54">
                  <c:v>2.0833333333333336E-2</c:v>
                </c:pt>
                <c:pt idx="55">
                  <c:v>2.0833333333333336E-2</c:v>
                </c:pt>
                <c:pt idx="56">
                  <c:v>2.0833333333333336E-2</c:v>
                </c:pt>
                <c:pt idx="57">
                  <c:v>2.0833333333333336E-2</c:v>
                </c:pt>
                <c:pt idx="58">
                  <c:v>2.0833333333333336E-2</c:v>
                </c:pt>
                <c:pt idx="59">
                  <c:v>2.0833333333333336E-2</c:v>
                </c:pt>
                <c:pt idx="60">
                  <c:v>2.0833333333333336E-2</c:v>
                </c:pt>
                <c:pt idx="61">
                  <c:v>2.0833333333333336E-2</c:v>
                </c:pt>
                <c:pt idx="62">
                  <c:v>2.0833333333333336E-2</c:v>
                </c:pt>
                <c:pt idx="63">
                  <c:v>2.0833333333333336E-2</c:v>
                </c:pt>
                <c:pt idx="64">
                  <c:v>2.0833333333333336E-2</c:v>
                </c:pt>
                <c:pt idx="65">
                  <c:v>2.0833333333333336E-2</c:v>
                </c:pt>
                <c:pt idx="66">
                  <c:v>2.0833333333333336E-2</c:v>
                </c:pt>
                <c:pt idx="67">
                  <c:v>2.0833333333333336E-2</c:v>
                </c:pt>
                <c:pt idx="68">
                  <c:v>2.0833333333333336E-2</c:v>
                </c:pt>
                <c:pt idx="69">
                  <c:v>2.0833333333333336E-2</c:v>
                </c:pt>
                <c:pt idx="70">
                  <c:v>2.0833333333333336E-2</c:v>
                </c:pt>
                <c:pt idx="71">
                  <c:v>2.0833333333333336E-2</c:v>
                </c:pt>
                <c:pt idx="72">
                  <c:v>2.0833333333333336E-2</c:v>
                </c:pt>
                <c:pt idx="73">
                  <c:v>2.0833333333333336E-2</c:v>
                </c:pt>
                <c:pt idx="74">
                  <c:v>2.0833333333333336E-2</c:v>
                </c:pt>
                <c:pt idx="75">
                  <c:v>2.0833333333333336E-2</c:v>
                </c:pt>
                <c:pt idx="76">
                  <c:v>2.0833333333333336E-2</c:v>
                </c:pt>
                <c:pt idx="77">
                  <c:v>2.0833333333333336E-2</c:v>
                </c:pt>
                <c:pt idx="78">
                  <c:v>2.0833333333333336E-2</c:v>
                </c:pt>
                <c:pt idx="79">
                  <c:v>2.0833333333333336E-2</c:v>
                </c:pt>
                <c:pt idx="80">
                  <c:v>2.0833333333333336E-2</c:v>
                </c:pt>
                <c:pt idx="81">
                  <c:v>2.0833333333333336E-2</c:v>
                </c:pt>
                <c:pt idx="82">
                  <c:v>2.0833333333333336E-2</c:v>
                </c:pt>
                <c:pt idx="83">
                  <c:v>2.0833333333333336E-2</c:v>
                </c:pt>
                <c:pt idx="84">
                  <c:v>2.0833333333333336E-2</c:v>
                </c:pt>
                <c:pt idx="85">
                  <c:v>2.0833333333333336E-2</c:v>
                </c:pt>
                <c:pt idx="86">
                  <c:v>2.0833333333333336E-2</c:v>
                </c:pt>
                <c:pt idx="87">
                  <c:v>2.0833333333333336E-2</c:v>
                </c:pt>
                <c:pt idx="88">
                  <c:v>2.0833333333333336E-2</c:v>
                </c:pt>
                <c:pt idx="89">
                  <c:v>2.0833333333333336E-2</c:v>
                </c:pt>
                <c:pt idx="90">
                  <c:v>2.0833333333333336E-2</c:v>
                </c:pt>
                <c:pt idx="91">
                  <c:v>2.0833333333333336E-2</c:v>
                </c:pt>
                <c:pt idx="92">
                  <c:v>2.0833333333333336E-2</c:v>
                </c:pt>
                <c:pt idx="93">
                  <c:v>2.0833333333333336E-2</c:v>
                </c:pt>
                <c:pt idx="94">
                  <c:v>2.0833333333333336E-2</c:v>
                </c:pt>
                <c:pt idx="95">
                  <c:v>2.0833333333333336E-2</c:v>
                </c:pt>
                <c:pt idx="96">
                  <c:v>2.0833333333333336E-2</c:v>
                </c:pt>
                <c:pt idx="97">
                  <c:v>2.0833333333333336E-2</c:v>
                </c:pt>
                <c:pt idx="98">
                  <c:v>2.0833333333333336E-2</c:v>
                </c:pt>
                <c:pt idx="99">
                  <c:v>2.0833333333333336E-2</c:v>
                </c:pt>
                <c:pt idx="100">
                  <c:v>2.0833333333333336E-2</c:v>
                </c:pt>
                <c:pt idx="101">
                  <c:v>2.0833333333333336E-2</c:v>
                </c:pt>
                <c:pt idx="102">
                  <c:v>2.0833333333333336E-2</c:v>
                </c:pt>
                <c:pt idx="103">
                  <c:v>2.0833333333333336E-2</c:v>
                </c:pt>
                <c:pt idx="104">
                  <c:v>2.0833333333333336E-2</c:v>
                </c:pt>
                <c:pt idx="105">
                  <c:v>2.0833333333333336E-2</c:v>
                </c:pt>
                <c:pt idx="106">
                  <c:v>2.0833333333333336E-2</c:v>
                </c:pt>
                <c:pt idx="107">
                  <c:v>2.0833333333333336E-2</c:v>
                </c:pt>
                <c:pt idx="108">
                  <c:v>2.0833333333333336E-2</c:v>
                </c:pt>
                <c:pt idx="109">
                  <c:v>2.0833333333333336E-2</c:v>
                </c:pt>
                <c:pt idx="110">
                  <c:v>2.0833333333333336E-2</c:v>
                </c:pt>
                <c:pt idx="111">
                  <c:v>2.0833333333333336E-2</c:v>
                </c:pt>
                <c:pt idx="112">
                  <c:v>2.0833333333333336E-2</c:v>
                </c:pt>
                <c:pt idx="113">
                  <c:v>2.0833333333333336E-2</c:v>
                </c:pt>
                <c:pt idx="114">
                  <c:v>2.0833333333333336E-2</c:v>
                </c:pt>
                <c:pt idx="115">
                  <c:v>2.0833333333333336E-2</c:v>
                </c:pt>
                <c:pt idx="116">
                  <c:v>2.0833333333333336E-2</c:v>
                </c:pt>
                <c:pt idx="117">
                  <c:v>2.0833333333333336E-2</c:v>
                </c:pt>
                <c:pt idx="118">
                  <c:v>2.0833333333333336E-2</c:v>
                </c:pt>
                <c:pt idx="119">
                  <c:v>2.0833333333333336E-2</c:v>
                </c:pt>
                <c:pt idx="120">
                  <c:v>2.0833333333333336E-2</c:v>
                </c:pt>
                <c:pt idx="121">
                  <c:v>2.0833333333333336E-2</c:v>
                </c:pt>
                <c:pt idx="122">
                  <c:v>2.0833333333333336E-2</c:v>
                </c:pt>
                <c:pt idx="123">
                  <c:v>2.0833333333333336E-2</c:v>
                </c:pt>
                <c:pt idx="124">
                  <c:v>2.0833333333333336E-2</c:v>
                </c:pt>
                <c:pt idx="125">
                  <c:v>2.0833333333333336E-2</c:v>
                </c:pt>
                <c:pt idx="126">
                  <c:v>2.0833333333333336E-2</c:v>
                </c:pt>
                <c:pt idx="127">
                  <c:v>2.0833333333333336E-2</c:v>
                </c:pt>
                <c:pt idx="128">
                  <c:v>2.0833333333333336E-2</c:v>
                </c:pt>
                <c:pt idx="129">
                  <c:v>2.0833333333333336E-2</c:v>
                </c:pt>
                <c:pt idx="130">
                  <c:v>2.0833333333333336E-2</c:v>
                </c:pt>
                <c:pt idx="131">
                  <c:v>2.0833333333333336E-2</c:v>
                </c:pt>
                <c:pt idx="132">
                  <c:v>2.0833333333333336E-2</c:v>
                </c:pt>
                <c:pt idx="133">
                  <c:v>1.5625E-2</c:v>
                </c:pt>
                <c:pt idx="134">
                  <c:v>1.5625E-2</c:v>
                </c:pt>
                <c:pt idx="135">
                  <c:v>1.5625E-2</c:v>
                </c:pt>
                <c:pt idx="136">
                  <c:v>1.5625E-2</c:v>
                </c:pt>
                <c:pt idx="137">
                  <c:v>1.5625E-2</c:v>
                </c:pt>
                <c:pt idx="138">
                  <c:v>1.5625E-2</c:v>
                </c:pt>
                <c:pt idx="139">
                  <c:v>2.0833333333333336E-2</c:v>
                </c:pt>
                <c:pt idx="140">
                  <c:v>2.0833333333333336E-2</c:v>
                </c:pt>
                <c:pt idx="141">
                  <c:v>2.0833333333333336E-2</c:v>
                </c:pt>
                <c:pt idx="142">
                  <c:v>2.0833333333333336E-2</c:v>
                </c:pt>
                <c:pt idx="143">
                  <c:v>2.0833333333333336E-2</c:v>
                </c:pt>
                <c:pt idx="144">
                  <c:v>2.0833333333333336E-2</c:v>
                </c:pt>
                <c:pt idx="145">
                  <c:v>2.0833333333333336E-2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34F-AA49-90B1-08B8277AB01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Sheet1!$A$2:$A$147</c:f>
              <c:strCache>
                <c:ptCount val="146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42s</c:v>
                </c:pt>
                <c:pt idx="6">
                  <c:v>50s</c:v>
                </c:pt>
                <c:pt idx="7">
                  <c:v>58s</c:v>
                </c:pt>
                <c:pt idx="8">
                  <c:v>67s</c:v>
                </c:pt>
                <c:pt idx="9">
                  <c:v>80s</c:v>
                </c:pt>
                <c:pt idx="10">
                  <c:v>88s</c:v>
                </c:pt>
                <c:pt idx="11">
                  <c:v>97s</c:v>
                </c:pt>
                <c:pt idx="12">
                  <c:v>105s</c:v>
                </c:pt>
                <c:pt idx="13">
                  <c:v>113s</c:v>
                </c:pt>
                <c:pt idx="14">
                  <c:v>122s</c:v>
                </c:pt>
                <c:pt idx="15">
                  <c:v>130s</c:v>
                </c:pt>
                <c:pt idx="16">
                  <c:v>139s</c:v>
                </c:pt>
                <c:pt idx="17">
                  <c:v>147s</c:v>
                </c:pt>
                <c:pt idx="18">
                  <c:v>155s</c:v>
                </c:pt>
                <c:pt idx="19">
                  <c:v>164s</c:v>
                </c:pt>
                <c:pt idx="20">
                  <c:v>172s</c:v>
                </c:pt>
                <c:pt idx="21">
                  <c:v>180s</c:v>
                </c:pt>
                <c:pt idx="22">
                  <c:v>189s</c:v>
                </c:pt>
                <c:pt idx="23">
                  <c:v>197s</c:v>
                </c:pt>
                <c:pt idx="24">
                  <c:v>206s</c:v>
                </c:pt>
                <c:pt idx="25">
                  <c:v>214s</c:v>
                </c:pt>
                <c:pt idx="26">
                  <c:v>222s</c:v>
                </c:pt>
                <c:pt idx="27">
                  <c:v>231s</c:v>
                </c:pt>
                <c:pt idx="28">
                  <c:v>239s</c:v>
                </c:pt>
                <c:pt idx="29">
                  <c:v>248s</c:v>
                </c:pt>
                <c:pt idx="30">
                  <c:v>256s</c:v>
                </c:pt>
                <c:pt idx="31">
                  <c:v>265s</c:v>
                </c:pt>
                <c:pt idx="32">
                  <c:v>273s</c:v>
                </c:pt>
                <c:pt idx="33">
                  <c:v>282s</c:v>
                </c:pt>
                <c:pt idx="34">
                  <c:v>290s</c:v>
                </c:pt>
                <c:pt idx="35">
                  <c:v>298s</c:v>
                </c:pt>
                <c:pt idx="36">
                  <c:v>307s</c:v>
                </c:pt>
                <c:pt idx="37">
                  <c:v>315s</c:v>
                </c:pt>
                <c:pt idx="38">
                  <c:v>324s</c:v>
                </c:pt>
                <c:pt idx="39">
                  <c:v>333s</c:v>
                </c:pt>
                <c:pt idx="40">
                  <c:v>341s</c:v>
                </c:pt>
                <c:pt idx="41">
                  <c:v>350s</c:v>
                </c:pt>
                <c:pt idx="42">
                  <c:v>358s</c:v>
                </c:pt>
                <c:pt idx="43">
                  <c:v>367s</c:v>
                </c:pt>
                <c:pt idx="44">
                  <c:v>375s</c:v>
                </c:pt>
                <c:pt idx="45">
                  <c:v>383s</c:v>
                </c:pt>
                <c:pt idx="46">
                  <c:v>392s</c:v>
                </c:pt>
                <c:pt idx="47">
                  <c:v>400s</c:v>
                </c:pt>
                <c:pt idx="48">
                  <c:v>408s</c:v>
                </c:pt>
                <c:pt idx="49">
                  <c:v>416s</c:v>
                </c:pt>
                <c:pt idx="50">
                  <c:v>425s</c:v>
                </c:pt>
                <c:pt idx="51">
                  <c:v>433s</c:v>
                </c:pt>
                <c:pt idx="52">
                  <c:v>441s</c:v>
                </c:pt>
                <c:pt idx="53">
                  <c:v>449s</c:v>
                </c:pt>
                <c:pt idx="54">
                  <c:v>458s</c:v>
                </c:pt>
                <c:pt idx="55">
                  <c:v>466s</c:v>
                </c:pt>
                <c:pt idx="56">
                  <c:v>474s</c:v>
                </c:pt>
                <c:pt idx="57">
                  <c:v>483s</c:v>
                </c:pt>
                <c:pt idx="58">
                  <c:v>491s</c:v>
                </c:pt>
                <c:pt idx="59">
                  <c:v>500s</c:v>
                </c:pt>
                <c:pt idx="60">
                  <c:v>508s</c:v>
                </c:pt>
                <c:pt idx="61">
                  <c:v>517s</c:v>
                </c:pt>
                <c:pt idx="62">
                  <c:v>525s</c:v>
                </c:pt>
                <c:pt idx="63">
                  <c:v>533s</c:v>
                </c:pt>
                <c:pt idx="64">
                  <c:v>542s</c:v>
                </c:pt>
                <c:pt idx="65">
                  <c:v>550s</c:v>
                </c:pt>
                <c:pt idx="66">
                  <c:v>559s</c:v>
                </c:pt>
                <c:pt idx="67">
                  <c:v>567s</c:v>
                </c:pt>
                <c:pt idx="68">
                  <c:v>575s</c:v>
                </c:pt>
                <c:pt idx="69">
                  <c:v>584s</c:v>
                </c:pt>
                <c:pt idx="70">
                  <c:v>592s</c:v>
                </c:pt>
                <c:pt idx="71">
                  <c:v>601s</c:v>
                </c:pt>
                <c:pt idx="72">
                  <c:v>609s</c:v>
                </c:pt>
                <c:pt idx="73">
                  <c:v>618s</c:v>
                </c:pt>
                <c:pt idx="74">
                  <c:v>626s</c:v>
                </c:pt>
                <c:pt idx="75">
                  <c:v>634s</c:v>
                </c:pt>
                <c:pt idx="76">
                  <c:v>643s</c:v>
                </c:pt>
                <c:pt idx="77">
                  <c:v>651s</c:v>
                </c:pt>
                <c:pt idx="78">
                  <c:v>660s</c:v>
                </c:pt>
                <c:pt idx="79">
                  <c:v>668s</c:v>
                </c:pt>
                <c:pt idx="80">
                  <c:v>677s</c:v>
                </c:pt>
                <c:pt idx="81">
                  <c:v>685s</c:v>
                </c:pt>
                <c:pt idx="82">
                  <c:v>694s</c:v>
                </c:pt>
                <c:pt idx="83">
                  <c:v>702s</c:v>
                </c:pt>
                <c:pt idx="84">
                  <c:v>710s</c:v>
                </c:pt>
                <c:pt idx="85">
                  <c:v>719s</c:v>
                </c:pt>
                <c:pt idx="86">
                  <c:v>727s</c:v>
                </c:pt>
                <c:pt idx="87">
                  <c:v>736s</c:v>
                </c:pt>
                <c:pt idx="88">
                  <c:v>744s</c:v>
                </c:pt>
                <c:pt idx="89">
                  <c:v>753s</c:v>
                </c:pt>
                <c:pt idx="90">
                  <c:v>761s</c:v>
                </c:pt>
                <c:pt idx="91">
                  <c:v>770s</c:v>
                </c:pt>
                <c:pt idx="92">
                  <c:v>778s</c:v>
                </c:pt>
                <c:pt idx="93">
                  <c:v>787s</c:v>
                </c:pt>
                <c:pt idx="94">
                  <c:v>795s</c:v>
                </c:pt>
                <c:pt idx="95">
                  <c:v>804s</c:v>
                </c:pt>
                <c:pt idx="96">
                  <c:v>812s</c:v>
                </c:pt>
                <c:pt idx="97">
                  <c:v>820s</c:v>
                </c:pt>
                <c:pt idx="98">
                  <c:v>829s</c:v>
                </c:pt>
                <c:pt idx="99">
                  <c:v>837s</c:v>
                </c:pt>
                <c:pt idx="100">
                  <c:v>845s</c:v>
                </c:pt>
                <c:pt idx="101">
                  <c:v>854s</c:v>
                </c:pt>
                <c:pt idx="102">
                  <c:v>862s</c:v>
                </c:pt>
                <c:pt idx="103">
                  <c:v>870s</c:v>
                </c:pt>
                <c:pt idx="104">
                  <c:v>879s</c:v>
                </c:pt>
                <c:pt idx="105">
                  <c:v>887s</c:v>
                </c:pt>
                <c:pt idx="106">
                  <c:v>895s</c:v>
                </c:pt>
                <c:pt idx="107">
                  <c:v>904s</c:v>
                </c:pt>
                <c:pt idx="108">
                  <c:v>912s</c:v>
                </c:pt>
                <c:pt idx="109">
                  <c:v>920s</c:v>
                </c:pt>
                <c:pt idx="110">
                  <c:v>929s</c:v>
                </c:pt>
                <c:pt idx="111">
                  <c:v>937s</c:v>
                </c:pt>
                <c:pt idx="112">
                  <c:v>945s</c:v>
                </c:pt>
                <c:pt idx="113">
                  <c:v>954s</c:v>
                </c:pt>
                <c:pt idx="114">
                  <c:v>963s</c:v>
                </c:pt>
                <c:pt idx="115">
                  <c:v>971s</c:v>
                </c:pt>
                <c:pt idx="116">
                  <c:v>979s</c:v>
                </c:pt>
                <c:pt idx="117">
                  <c:v>988s</c:v>
                </c:pt>
                <c:pt idx="118">
                  <c:v>996s</c:v>
                </c:pt>
                <c:pt idx="119">
                  <c:v>1004s</c:v>
                </c:pt>
                <c:pt idx="120">
                  <c:v>1013s</c:v>
                </c:pt>
                <c:pt idx="121">
                  <c:v>1021s</c:v>
                </c:pt>
                <c:pt idx="122">
                  <c:v>1030s</c:v>
                </c:pt>
                <c:pt idx="123">
                  <c:v>1038s</c:v>
                </c:pt>
                <c:pt idx="124">
                  <c:v>1047s</c:v>
                </c:pt>
                <c:pt idx="125">
                  <c:v>1055s</c:v>
                </c:pt>
                <c:pt idx="126">
                  <c:v>1063s</c:v>
                </c:pt>
                <c:pt idx="127">
                  <c:v>1072s</c:v>
                </c:pt>
                <c:pt idx="128">
                  <c:v>1080s</c:v>
                </c:pt>
                <c:pt idx="129">
                  <c:v>1089s</c:v>
                </c:pt>
                <c:pt idx="130">
                  <c:v>1097s</c:v>
                </c:pt>
                <c:pt idx="131">
                  <c:v>1106s</c:v>
                </c:pt>
                <c:pt idx="132">
                  <c:v>1114s</c:v>
                </c:pt>
                <c:pt idx="133">
                  <c:v>1123s</c:v>
                </c:pt>
                <c:pt idx="134">
                  <c:v>1131s</c:v>
                </c:pt>
                <c:pt idx="135">
                  <c:v>1140s</c:v>
                </c:pt>
                <c:pt idx="136">
                  <c:v>1148s</c:v>
                </c:pt>
                <c:pt idx="137">
                  <c:v>1157s</c:v>
                </c:pt>
                <c:pt idx="138">
                  <c:v>1165s</c:v>
                </c:pt>
                <c:pt idx="139">
                  <c:v>1173s</c:v>
                </c:pt>
                <c:pt idx="140">
                  <c:v>1182s</c:v>
                </c:pt>
                <c:pt idx="141">
                  <c:v>1190s</c:v>
                </c:pt>
                <c:pt idx="142">
                  <c:v>1199s</c:v>
                </c:pt>
                <c:pt idx="143">
                  <c:v>1207s</c:v>
                </c:pt>
                <c:pt idx="144">
                  <c:v>1216s</c:v>
                </c:pt>
                <c:pt idx="145">
                  <c:v>1224s</c:v>
                </c:pt>
              </c:strCache>
            </c:strRef>
          </c:cat>
          <c:val>
            <c:numRef>
              <c:f>Sheet1!$E$2:$E$147</c:f>
              <c:numCache>
                <c:formatCode>General</c:formatCode>
                <c:ptCount val="146"/>
                <c:pt idx="0">
                  <c:v>1.625</c:v>
                </c:pt>
                <c:pt idx="1">
                  <c:v>1.6354166666666665</c:v>
                </c:pt>
                <c:pt idx="2">
                  <c:v>1.625</c:v>
                </c:pt>
                <c:pt idx="3">
                  <c:v>1.6302083333333333</c:v>
                </c:pt>
                <c:pt idx="4">
                  <c:v>1.6302083333333333</c:v>
                </c:pt>
                <c:pt idx="5">
                  <c:v>1.6302083333333333</c:v>
                </c:pt>
                <c:pt idx="6">
                  <c:v>1.6354166666666665</c:v>
                </c:pt>
                <c:pt idx="7">
                  <c:v>1.6302083333333333</c:v>
                </c:pt>
                <c:pt idx="8">
                  <c:v>1.6302083333333333</c:v>
                </c:pt>
                <c:pt idx="9">
                  <c:v>1.6302083333333333</c:v>
                </c:pt>
                <c:pt idx="10">
                  <c:v>1.6354166666666665</c:v>
                </c:pt>
                <c:pt idx="11">
                  <c:v>1.6302083333333333</c:v>
                </c:pt>
                <c:pt idx="12">
                  <c:v>1.6354166666666665</c:v>
                </c:pt>
                <c:pt idx="13">
                  <c:v>1.6354166666666665</c:v>
                </c:pt>
                <c:pt idx="14">
                  <c:v>1.6354166666666665</c:v>
                </c:pt>
                <c:pt idx="15">
                  <c:v>1.640625</c:v>
                </c:pt>
                <c:pt idx="16">
                  <c:v>1.6354166666666665</c:v>
                </c:pt>
                <c:pt idx="17">
                  <c:v>1.6354166666666665</c:v>
                </c:pt>
                <c:pt idx="18">
                  <c:v>1.640625</c:v>
                </c:pt>
                <c:pt idx="19">
                  <c:v>1.640625</c:v>
                </c:pt>
                <c:pt idx="20">
                  <c:v>1.640625</c:v>
                </c:pt>
                <c:pt idx="21">
                  <c:v>1.6458333333333335</c:v>
                </c:pt>
                <c:pt idx="22">
                  <c:v>1.6458333333333335</c:v>
                </c:pt>
                <c:pt idx="23">
                  <c:v>1.6510416666666665</c:v>
                </c:pt>
                <c:pt idx="24">
                  <c:v>1.6510416666666665</c:v>
                </c:pt>
                <c:pt idx="25">
                  <c:v>1.6510416666666665</c:v>
                </c:pt>
                <c:pt idx="26">
                  <c:v>1.6458333333333335</c:v>
                </c:pt>
                <c:pt idx="27">
                  <c:v>1.6510416666666665</c:v>
                </c:pt>
                <c:pt idx="28">
                  <c:v>1.65625</c:v>
                </c:pt>
                <c:pt idx="29">
                  <c:v>1.6614583333333333</c:v>
                </c:pt>
                <c:pt idx="30">
                  <c:v>1.6614583333333333</c:v>
                </c:pt>
                <c:pt idx="31">
                  <c:v>1.6666666666666667</c:v>
                </c:pt>
                <c:pt idx="32">
                  <c:v>1.6666666666666667</c:v>
                </c:pt>
                <c:pt idx="33">
                  <c:v>1.6666666666666667</c:v>
                </c:pt>
                <c:pt idx="34">
                  <c:v>1.6666666666666667</c:v>
                </c:pt>
                <c:pt idx="35">
                  <c:v>1.6666666666666667</c:v>
                </c:pt>
                <c:pt idx="36">
                  <c:v>1.6666666666666667</c:v>
                </c:pt>
                <c:pt idx="37">
                  <c:v>1.6666666666666667</c:v>
                </c:pt>
                <c:pt idx="38">
                  <c:v>1.6666666666666667</c:v>
                </c:pt>
                <c:pt idx="39">
                  <c:v>1.671875</c:v>
                </c:pt>
                <c:pt idx="40">
                  <c:v>1.671875</c:v>
                </c:pt>
                <c:pt idx="41">
                  <c:v>1.6770833333333335</c:v>
                </c:pt>
                <c:pt idx="42">
                  <c:v>1.65625</c:v>
                </c:pt>
                <c:pt idx="43">
                  <c:v>1.6302083333333333</c:v>
                </c:pt>
                <c:pt idx="44">
                  <c:v>1.6302083333333333</c:v>
                </c:pt>
                <c:pt idx="45">
                  <c:v>1.6302083333333333</c:v>
                </c:pt>
                <c:pt idx="46">
                  <c:v>1.6302083333333333</c:v>
                </c:pt>
                <c:pt idx="47">
                  <c:v>1.6354166666666665</c:v>
                </c:pt>
                <c:pt idx="48">
                  <c:v>1.625</c:v>
                </c:pt>
                <c:pt idx="49">
                  <c:v>1.625</c:v>
                </c:pt>
                <c:pt idx="50">
                  <c:v>1.6354166666666665</c:v>
                </c:pt>
                <c:pt idx="51">
                  <c:v>1.625</c:v>
                </c:pt>
                <c:pt idx="52">
                  <c:v>1.625</c:v>
                </c:pt>
                <c:pt idx="53">
                  <c:v>1.6302083333333333</c:v>
                </c:pt>
                <c:pt idx="54">
                  <c:v>1.6354166666666665</c:v>
                </c:pt>
                <c:pt idx="55">
                  <c:v>1.640625</c:v>
                </c:pt>
                <c:pt idx="56">
                  <c:v>1.6302083333333333</c:v>
                </c:pt>
                <c:pt idx="57">
                  <c:v>1.640625</c:v>
                </c:pt>
                <c:pt idx="58">
                  <c:v>1.640625</c:v>
                </c:pt>
                <c:pt idx="59">
                  <c:v>1.6354166666666665</c:v>
                </c:pt>
                <c:pt idx="60">
                  <c:v>1.6302083333333333</c:v>
                </c:pt>
                <c:pt idx="61">
                  <c:v>1.6354166666666665</c:v>
                </c:pt>
                <c:pt idx="62">
                  <c:v>1.6354166666666665</c:v>
                </c:pt>
                <c:pt idx="63">
                  <c:v>1.6354166666666665</c:v>
                </c:pt>
                <c:pt idx="64">
                  <c:v>1.6354166666666665</c:v>
                </c:pt>
                <c:pt idx="65">
                  <c:v>1.6354166666666665</c:v>
                </c:pt>
                <c:pt idx="66">
                  <c:v>1.6458333333333335</c:v>
                </c:pt>
                <c:pt idx="67">
                  <c:v>1.6354166666666665</c:v>
                </c:pt>
                <c:pt idx="68">
                  <c:v>1.6458333333333335</c:v>
                </c:pt>
                <c:pt idx="69">
                  <c:v>1.640625</c:v>
                </c:pt>
                <c:pt idx="70">
                  <c:v>1.6458333333333335</c:v>
                </c:pt>
                <c:pt idx="71">
                  <c:v>1.6458333333333335</c:v>
                </c:pt>
                <c:pt idx="72">
                  <c:v>1.6510416666666665</c:v>
                </c:pt>
                <c:pt idx="73">
                  <c:v>1.6510416666666665</c:v>
                </c:pt>
                <c:pt idx="74">
                  <c:v>1.6510416666666665</c:v>
                </c:pt>
                <c:pt idx="75">
                  <c:v>1.6510416666666665</c:v>
                </c:pt>
                <c:pt idx="76">
                  <c:v>1.65625</c:v>
                </c:pt>
                <c:pt idx="77">
                  <c:v>1.6510416666666665</c:v>
                </c:pt>
                <c:pt idx="78">
                  <c:v>1.6510416666666665</c:v>
                </c:pt>
                <c:pt idx="79">
                  <c:v>1.6510416666666665</c:v>
                </c:pt>
                <c:pt idx="80">
                  <c:v>1.6614583333333333</c:v>
                </c:pt>
                <c:pt idx="81">
                  <c:v>1.65625</c:v>
                </c:pt>
                <c:pt idx="82">
                  <c:v>1.6614583333333333</c:v>
                </c:pt>
                <c:pt idx="83">
                  <c:v>1.6614583333333333</c:v>
                </c:pt>
                <c:pt idx="84">
                  <c:v>1.6614583333333333</c:v>
                </c:pt>
                <c:pt idx="85">
                  <c:v>1.6666666666666667</c:v>
                </c:pt>
                <c:pt idx="86">
                  <c:v>1.6666666666666667</c:v>
                </c:pt>
                <c:pt idx="87">
                  <c:v>1.671875</c:v>
                </c:pt>
                <c:pt idx="88">
                  <c:v>1.6770833333333335</c:v>
                </c:pt>
                <c:pt idx="89">
                  <c:v>1.6822916666666667</c:v>
                </c:pt>
                <c:pt idx="90">
                  <c:v>1.6822916666666667</c:v>
                </c:pt>
                <c:pt idx="91">
                  <c:v>1.6302083333333333</c:v>
                </c:pt>
                <c:pt idx="92">
                  <c:v>1.6354166666666665</c:v>
                </c:pt>
                <c:pt idx="93">
                  <c:v>1.6354166666666665</c:v>
                </c:pt>
                <c:pt idx="94">
                  <c:v>1.640625</c:v>
                </c:pt>
                <c:pt idx="95">
                  <c:v>1.640625</c:v>
                </c:pt>
                <c:pt idx="96">
                  <c:v>1.6458333333333335</c:v>
                </c:pt>
                <c:pt idx="97">
                  <c:v>1.6145833333333335</c:v>
                </c:pt>
                <c:pt idx="98">
                  <c:v>1.625</c:v>
                </c:pt>
                <c:pt idx="99">
                  <c:v>1.625</c:v>
                </c:pt>
                <c:pt idx="100">
                  <c:v>1.6354166666666665</c:v>
                </c:pt>
                <c:pt idx="101">
                  <c:v>1.625</c:v>
                </c:pt>
                <c:pt idx="102">
                  <c:v>1.625</c:v>
                </c:pt>
                <c:pt idx="103">
                  <c:v>1.6302083333333333</c:v>
                </c:pt>
                <c:pt idx="104">
                  <c:v>1.6354166666666665</c:v>
                </c:pt>
                <c:pt idx="105">
                  <c:v>1.6354166666666665</c:v>
                </c:pt>
                <c:pt idx="106">
                  <c:v>1.640625</c:v>
                </c:pt>
                <c:pt idx="107">
                  <c:v>1.6354166666666665</c:v>
                </c:pt>
                <c:pt idx="108">
                  <c:v>1.6354166666666665</c:v>
                </c:pt>
                <c:pt idx="109">
                  <c:v>1.6354166666666665</c:v>
                </c:pt>
                <c:pt idx="110">
                  <c:v>1.6458333333333335</c:v>
                </c:pt>
                <c:pt idx="111">
                  <c:v>1.6458333333333335</c:v>
                </c:pt>
                <c:pt idx="112">
                  <c:v>1.640625</c:v>
                </c:pt>
                <c:pt idx="113">
                  <c:v>1.640625</c:v>
                </c:pt>
                <c:pt idx="114">
                  <c:v>1.640625</c:v>
                </c:pt>
                <c:pt idx="115">
                  <c:v>1.6458333333333335</c:v>
                </c:pt>
                <c:pt idx="116">
                  <c:v>1.6510416666666665</c:v>
                </c:pt>
                <c:pt idx="117">
                  <c:v>1.6510416666666665</c:v>
                </c:pt>
                <c:pt idx="118">
                  <c:v>1.6458333333333335</c:v>
                </c:pt>
                <c:pt idx="119">
                  <c:v>1.6458333333333335</c:v>
                </c:pt>
                <c:pt idx="120">
                  <c:v>1.6510416666666665</c:v>
                </c:pt>
                <c:pt idx="121">
                  <c:v>1.640625</c:v>
                </c:pt>
                <c:pt idx="122">
                  <c:v>1.6510416666666665</c:v>
                </c:pt>
                <c:pt idx="123">
                  <c:v>1.65625</c:v>
                </c:pt>
                <c:pt idx="124">
                  <c:v>1.65625</c:v>
                </c:pt>
                <c:pt idx="125">
                  <c:v>1.6614583333333333</c:v>
                </c:pt>
                <c:pt idx="126">
                  <c:v>1.65625</c:v>
                </c:pt>
                <c:pt idx="127">
                  <c:v>1.6614583333333333</c:v>
                </c:pt>
                <c:pt idx="128">
                  <c:v>1.6614583333333333</c:v>
                </c:pt>
                <c:pt idx="129">
                  <c:v>1.6614583333333333</c:v>
                </c:pt>
                <c:pt idx="130">
                  <c:v>1.6614583333333333</c:v>
                </c:pt>
                <c:pt idx="131">
                  <c:v>1.6666666666666667</c:v>
                </c:pt>
                <c:pt idx="132">
                  <c:v>1.6666666666666667</c:v>
                </c:pt>
                <c:pt idx="133">
                  <c:v>1.6666666666666667</c:v>
                </c:pt>
                <c:pt idx="134">
                  <c:v>1.6770833333333335</c:v>
                </c:pt>
                <c:pt idx="135">
                  <c:v>1.671875</c:v>
                </c:pt>
                <c:pt idx="136">
                  <c:v>1.671875</c:v>
                </c:pt>
                <c:pt idx="137">
                  <c:v>1.671875</c:v>
                </c:pt>
                <c:pt idx="138">
                  <c:v>1.6770833333333335</c:v>
                </c:pt>
                <c:pt idx="139">
                  <c:v>1.6822916666666667</c:v>
                </c:pt>
                <c:pt idx="140">
                  <c:v>1.625</c:v>
                </c:pt>
                <c:pt idx="141">
                  <c:v>1.625</c:v>
                </c:pt>
                <c:pt idx="142">
                  <c:v>1.6302083333333333</c:v>
                </c:pt>
                <c:pt idx="143">
                  <c:v>1.6302083333333333</c:v>
                </c:pt>
                <c:pt idx="144">
                  <c:v>1.6302083333333333</c:v>
                </c:pt>
                <c:pt idx="145">
                  <c:v>1.6041666666666665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34F-AA49-90B1-08B8277AB0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certs/s</c:v>
                </c:pt>
              </c:strCache>
            </c:strRef>
          </c:tx>
          <c:spPr>
            <a:ln w="22225">
              <a:solidFill>
                <a:srgbClr val="2F5FD0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6281</c:v>
                </c:pt>
                <c:pt idx="1">
                  <c:v>5977</c:v>
                </c:pt>
                <c:pt idx="2">
                  <c:v>5347</c:v>
                </c:pt>
                <c:pt idx="3">
                  <c:v>5615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ABA-C848-B5DD-2E3897A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14.43</c:v>
                </c:pt>
                <c:pt idx="1">
                  <c:v>21.23</c:v>
                </c:pt>
                <c:pt idx="2">
                  <c:v>33.950000000000003</c:v>
                </c:pt>
                <c:pt idx="3">
                  <c:v>39.229999999999997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63-6C42-9A84-466A2284EE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p90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21.71</c:v>
                </c:pt>
                <c:pt idx="1">
                  <c:v>32.94</c:v>
                </c:pt>
                <c:pt idx="2">
                  <c:v>55.1</c:v>
                </c:pt>
                <c:pt idx="3">
                  <c:v>66.33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B63-6C42-9A84-466A2284EE3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p95</c:v>
                </c:pt>
              </c:strCache>
            </c:strRef>
          </c:tx>
          <c:spPr>
            <a:ln w="22225">
              <a:solidFill>
                <a:srgbClr val="BD7D1C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24.18</c:v>
                </c:pt>
                <c:pt idx="1">
                  <c:v>37.18</c:v>
                </c:pt>
                <c:pt idx="2">
                  <c:v>64.92</c:v>
                </c:pt>
                <c:pt idx="3">
                  <c:v>78.23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B63-6C42-9A84-466A2284EE3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p99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32.4</c:v>
                </c:pt>
                <c:pt idx="1">
                  <c:v>55.52</c:v>
                </c:pt>
                <c:pt idx="2">
                  <c:v>95.48</c:v>
                </c:pt>
                <c:pt idx="3">
                  <c:v>151.36000000000001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B63-6C42-9A84-466A2284EE3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max</c:v>
                </c:pt>
              </c:strCache>
            </c:strRef>
          </c:tx>
          <c:spPr>
            <a:ln w="22225">
              <a:solidFill>
                <a:srgbClr val="7259C9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175.25</c:v>
                </c:pt>
                <c:pt idx="1">
                  <c:v>959.99</c:v>
                </c:pt>
                <c:pt idx="2">
                  <c:v>219.72</c:v>
                </c:pt>
                <c:pt idx="3">
                  <c:v>283.26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B63-6C42-9A84-466A2284EE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Sheet1!$A$2:$A$11</c:f>
              <c:strCache>
                <c:ptCount val="10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74s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61.041666666666671</c:v>
                </c:pt>
                <c:pt idx="2">
                  <c:v>18.854166666666668</c:v>
                </c:pt>
                <c:pt idx="3">
                  <c:v>28.020833333333332</c:v>
                </c:pt>
                <c:pt idx="4">
                  <c:v>64.583333333333343</c:v>
                </c:pt>
                <c:pt idx="5">
                  <c:v>67.8125</c:v>
                </c:pt>
                <c:pt idx="6">
                  <c:v>61.5625</c:v>
                </c:pt>
                <c:pt idx="7">
                  <c:v>12.395833333333334</c:v>
                </c:pt>
                <c:pt idx="8">
                  <c:v>64.583333333333343</c:v>
                </c:pt>
                <c:pt idx="9">
                  <c:v>22.8125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960-0C49-B14D-401C677D6A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Sheet1!$A$2:$A$11</c:f>
              <c:strCache>
                <c:ptCount val="10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74s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10.833333333333334</c:v>
                </c:pt>
                <c:pt idx="2">
                  <c:v>2.395833333333333</c:v>
                </c:pt>
                <c:pt idx="3">
                  <c:v>8.6458333333333339</c:v>
                </c:pt>
                <c:pt idx="4">
                  <c:v>10.3125</c:v>
                </c:pt>
                <c:pt idx="5">
                  <c:v>9.7916666666666661</c:v>
                </c:pt>
                <c:pt idx="6">
                  <c:v>15.520833333333334</c:v>
                </c:pt>
                <c:pt idx="7">
                  <c:v>2.083333333333333</c:v>
                </c:pt>
                <c:pt idx="8">
                  <c:v>12.083333333333334</c:v>
                </c:pt>
                <c:pt idx="9">
                  <c:v>5.833333333333333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960-0C49-B14D-401C677D6A6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Sheet1!$A$2:$A$11</c:f>
              <c:strCache>
                <c:ptCount val="10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74s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7.9166666666666661</c:v>
                </c:pt>
                <c:pt idx="2">
                  <c:v>3.5416666666666665</c:v>
                </c:pt>
                <c:pt idx="3">
                  <c:v>5.2083333333333339</c:v>
                </c:pt>
                <c:pt idx="4">
                  <c:v>7.6041666666666661</c:v>
                </c:pt>
                <c:pt idx="5">
                  <c:v>7.291666666666667</c:v>
                </c:pt>
                <c:pt idx="6">
                  <c:v>6.3541666666666661</c:v>
                </c:pt>
                <c:pt idx="7">
                  <c:v>1.0416666666666665</c:v>
                </c:pt>
                <c:pt idx="8">
                  <c:v>6.5625</c:v>
                </c:pt>
                <c:pt idx="9">
                  <c:v>4.6875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960-0C49-B14D-401C677D6A6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Sheet1!$A$2:$A$11</c:f>
              <c:strCache>
                <c:ptCount val="10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74s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0.72916666666666663</c:v>
                </c:pt>
                <c:pt idx="1">
                  <c:v>0.625</c:v>
                </c:pt>
                <c:pt idx="2">
                  <c:v>55.729166666666664</c:v>
                </c:pt>
                <c:pt idx="3">
                  <c:v>0.625</c:v>
                </c:pt>
                <c:pt idx="4">
                  <c:v>0.3125</c:v>
                </c:pt>
                <c:pt idx="5">
                  <c:v>0.625</c:v>
                </c:pt>
                <c:pt idx="6">
                  <c:v>0.52083333333333326</c:v>
                </c:pt>
                <c:pt idx="7">
                  <c:v>0.625</c:v>
                </c:pt>
                <c:pt idx="8">
                  <c:v>0.83333333333333337</c:v>
                </c:pt>
                <c:pt idx="9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960-0C49-B14D-401C677D6A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Sheet1!$A$2:$A$11</c:f>
              <c:strCache>
                <c:ptCount val="10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74s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3.3802083333333335</c:v>
                </c:pt>
                <c:pt idx="1">
                  <c:v>3.5052083333333339</c:v>
                </c:pt>
                <c:pt idx="2">
                  <c:v>3.4427083333333339</c:v>
                </c:pt>
                <c:pt idx="3">
                  <c:v>3.557291666666667</c:v>
                </c:pt>
                <c:pt idx="4">
                  <c:v>3.578125</c:v>
                </c:pt>
                <c:pt idx="5">
                  <c:v>3.5833333333333335</c:v>
                </c:pt>
                <c:pt idx="6">
                  <c:v>3.5937500000000004</c:v>
                </c:pt>
                <c:pt idx="7">
                  <c:v>3.5885416666666661</c:v>
                </c:pt>
                <c:pt idx="8">
                  <c:v>3.6145833333333335</c:v>
                </c:pt>
                <c:pt idx="9">
                  <c:v>3.598958333333333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29-3848-96F0-7B31AC1DE9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Sheet1!$A$2:$A$11</c:f>
              <c:strCache>
                <c:ptCount val="10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74s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7.53125</c:v>
                </c:pt>
                <c:pt idx="1">
                  <c:v>8.5729166666666679</c:v>
                </c:pt>
                <c:pt idx="2">
                  <c:v>9.53125</c:v>
                </c:pt>
                <c:pt idx="3">
                  <c:v>10.234375</c:v>
                </c:pt>
                <c:pt idx="4">
                  <c:v>11.109375</c:v>
                </c:pt>
                <c:pt idx="5">
                  <c:v>11.411458333333334</c:v>
                </c:pt>
                <c:pt idx="6">
                  <c:v>11.890625</c:v>
                </c:pt>
                <c:pt idx="7">
                  <c:v>12.177083333333332</c:v>
                </c:pt>
                <c:pt idx="8">
                  <c:v>12.640625</c:v>
                </c:pt>
                <c:pt idx="9">
                  <c:v>13.130208333333334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29-3848-96F0-7B31AC1DE90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Sheet1!$A$2:$A$11</c:f>
              <c:strCache>
                <c:ptCount val="10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74s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2.0833333333333336E-2</c:v>
                </c:pt>
                <c:pt idx="1">
                  <c:v>2.0833333333333336E-2</c:v>
                </c:pt>
                <c:pt idx="2">
                  <c:v>2.0833333333333336E-2</c:v>
                </c:pt>
                <c:pt idx="3">
                  <c:v>2.0833333333333336E-2</c:v>
                </c:pt>
                <c:pt idx="4">
                  <c:v>2.0833333333333336E-2</c:v>
                </c:pt>
                <c:pt idx="5">
                  <c:v>2.6041666666666668E-2</c:v>
                </c:pt>
                <c:pt idx="6">
                  <c:v>2.0833333333333336E-2</c:v>
                </c:pt>
                <c:pt idx="7">
                  <c:v>2.0833333333333336E-2</c:v>
                </c:pt>
                <c:pt idx="8">
                  <c:v>2.0833333333333336E-2</c:v>
                </c:pt>
                <c:pt idx="9">
                  <c:v>2.0833333333333336E-2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C29-3848-96F0-7B31AC1DE90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Sheet1!$A$2:$A$11</c:f>
              <c:strCache>
                <c:ptCount val="10"/>
                <c:pt idx="0">
                  <c:v>0s</c:v>
                </c:pt>
                <c:pt idx="1">
                  <c:v>8s</c:v>
                </c:pt>
                <c:pt idx="2">
                  <c:v>17s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50s</c:v>
                </c:pt>
                <c:pt idx="7">
                  <c:v>58s</c:v>
                </c:pt>
                <c:pt idx="8">
                  <c:v>66s</c:v>
                </c:pt>
                <c:pt idx="9">
                  <c:v>74s</c:v>
                </c:pt>
              </c:strCache>
            </c: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2.3020833333333335</c:v>
                </c:pt>
                <c:pt idx="1">
                  <c:v>2.34375</c:v>
                </c:pt>
                <c:pt idx="2">
                  <c:v>2.21875</c:v>
                </c:pt>
                <c:pt idx="3">
                  <c:v>2.3541666666666665</c:v>
                </c:pt>
                <c:pt idx="4">
                  <c:v>1.6041666666666665</c:v>
                </c:pt>
                <c:pt idx="5">
                  <c:v>2.3541666666666665</c:v>
                </c:pt>
                <c:pt idx="6">
                  <c:v>2.359375</c:v>
                </c:pt>
                <c:pt idx="7">
                  <c:v>2.3541666666666665</c:v>
                </c:pt>
                <c:pt idx="8">
                  <c:v>2.3749999999999996</c:v>
                </c:pt>
                <c:pt idx="9">
                  <c:v>1.6041666666666665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C29-3848-96F0-7B31AC1DE9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certs/s</c:v>
                </c:pt>
              </c:strCache>
            </c:strRef>
          </c:tx>
          <c:spPr>
            <a:ln w="22225">
              <a:solidFill>
                <a:srgbClr val="2F5FD0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5917</c:v>
                </c:pt>
                <c:pt idx="1">
                  <c:v>6096</c:v>
                </c:pt>
                <c:pt idx="2">
                  <c:v>5302</c:v>
                </c:pt>
                <c:pt idx="3">
                  <c:v>5362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D2C-B849-B1AA-09FA375DFF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15.47</c:v>
                </c:pt>
                <c:pt idx="1">
                  <c:v>22.54</c:v>
                </c:pt>
                <c:pt idx="2">
                  <c:v>34.01</c:v>
                </c:pt>
                <c:pt idx="3">
                  <c:v>39.450000000000003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CB8-7447-BCF5-43C96EA726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p90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22.21</c:v>
                </c:pt>
                <c:pt idx="1">
                  <c:v>32.96</c:v>
                </c:pt>
                <c:pt idx="2">
                  <c:v>55.49</c:v>
                </c:pt>
                <c:pt idx="3">
                  <c:v>70.38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CB8-7447-BCF5-43C96EA7264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p95</c:v>
                </c:pt>
              </c:strCache>
            </c:strRef>
          </c:tx>
          <c:spPr>
            <a:ln w="22225">
              <a:solidFill>
                <a:srgbClr val="BD7D1C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24.27</c:v>
                </c:pt>
                <c:pt idx="1">
                  <c:v>36.92</c:v>
                </c:pt>
                <c:pt idx="2">
                  <c:v>65.400000000000006</c:v>
                </c:pt>
                <c:pt idx="3">
                  <c:v>84.28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CB8-7447-BCF5-43C96EA7264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p99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30.61</c:v>
                </c:pt>
                <c:pt idx="1">
                  <c:v>51.91</c:v>
                </c:pt>
                <c:pt idx="2">
                  <c:v>105.53</c:v>
                </c:pt>
                <c:pt idx="3">
                  <c:v>167.74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CB8-7447-BCF5-43C96EA7264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max</c:v>
                </c:pt>
              </c:strCache>
            </c:strRef>
          </c:tx>
          <c:spPr>
            <a:ln w="22225">
              <a:solidFill>
                <a:srgbClr val="7259C9"/>
              </a:solidFill>
            </a:ln>
          </c:spPr>
          <c:cat>
            <c:strRef>
              <c:f>Sheet1!$A$2:$A$5</c:f>
              <c:strCache>
                <c:ptCount val="4"/>
                <c:pt idx="0">
                  <c:v>96</c:v>
                </c:pt>
                <c:pt idx="1">
                  <c:v>144</c:v>
                </c:pt>
                <c:pt idx="2">
                  <c:v>192</c:v>
                </c:pt>
                <c:pt idx="3">
                  <c:v>240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169</c:v>
                </c:pt>
                <c:pt idx="1">
                  <c:v>180.8</c:v>
                </c:pt>
                <c:pt idx="2">
                  <c:v>244.83</c:v>
                </c:pt>
                <c:pt idx="3">
                  <c:v>278.12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6CB8-7447-BCF5-43C96EA726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Sheet1!$A$2:$A$8</c:f>
              <c:strCache>
                <c:ptCount val="7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49s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59.062500000000007</c:v>
                </c:pt>
                <c:pt idx="2">
                  <c:v>59.062500000000007</c:v>
                </c:pt>
                <c:pt idx="3">
                  <c:v>2.083333333333333</c:v>
                </c:pt>
                <c:pt idx="4">
                  <c:v>64.375</c:v>
                </c:pt>
                <c:pt idx="5">
                  <c:v>16.25</c:v>
                </c:pt>
                <c:pt idx="6">
                  <c:v>66.354166666666671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26F-7F41-94B6-BEFAC7402A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Sheet1!$A$2:$A$8</c:f>
              <c:strCache>
                <c:ptCount val="7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49s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0.20833333333333334</c:v>
                </c:pt>
                <c:pt idx="1">
                  <c:v>11.666666666666666</c:v>
                </c:pt>
                <c:pt idx="2">
                  <c:v>14.270833333333332</c:v>
                </c:pt>
                <c:pt idx="3">
                  <c:v>0.3125</c:v>
                </c:pt>
                <c:pt idx="4">
                  <c:v>12.604166666666666</c:v>
                </c:pt>
                <c:pt idx="5">
                  <c:v>2.5</c:v>
                </c:pt>
                <c:pt idx="6">
                  <c:v>11.979166666666668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26F-7F41-94B6-BEFAC7402AC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Sheet1!$A$2:$A$8</c:f>
              <c:strCache>
                <c:ptCount val="7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49s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7.5</c:v>
                </c:pt>
                <c:pt idx="2">
                  <c:v>7.7083333333333339</c:v>
                </c:pt>
                <c:pt idx="3">
                  <c:v>2.395833333333333</c:v>
                </c:pt>
                <c:pt idx="4">
                  <c:v>6.8749999999999991</c:v>
                </c:pt>
                <c:pt idx="5">
                  <c:v>1.1458333333333335</c:v>
                </c:pt>
                <c:pt idx="6">
                  <c:v>6.4583333333333339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26F-7F41-94B6-BEFAC7402AC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Sheet1!$A$2:$A$8</c:f>
              <c:strCache>
                <c:ptCount val="7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49s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0.72916666666666663</c:v>
                </c:pt>
                <c:pt idx="1">
                  <c:v>0.625</c:v>
                </c:pt>
                <c:pt idx="2">
                  <c:v>0.625</c:v>
                </c:pt>
                <c:pt idx="3">
                  <c:v>38.958333333333336</c:v>
                </c:pt>
                <c:pt idx="4">
                  <c:v>0.72916666666666663</c:v>
                </c:pt>
                <c:pt idx="5">
                  <c:v>0.52083333333333326</c:v>
                </c:pt>
                <c:pt idx="6">
                  <c:v>0.9375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26F-7F41-94B6-BEFAC7402A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Sheet1!$A$2:$A$8</c:f>
              <c:strCache>
                <c:ptCount val="7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49s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3.598958333333333</c:v>
                </c:pt>
                <c:pt idx="1">
                  <c:v>3.5624999999999996</c:v>
                </c:pt>
                <c:pt idx="2">
                  <c:v>3.598958333333333</c:v>
                </c:pt>
                <c:pt idx="3">
                  <c:v>3.5885416666666661</c:v>
                </c:pt>
                <c:pt idx="4">
                  <c:v>3.609375</c:v>
                </c:pt>
                <c:pt idx="5">
                  <c:v>3.6041666666666665</c:v>
                </c:pt>
                <c:pt idx="6">
                  <c:v>3.6249999999999996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DA6-D049-BC88-63FFD56C87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Sheet1!$A$2:$A$8</c:f>
              <c:strCache>
                <c:ptCount val="7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49s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13.130208333333334</c:v>
                </c:pt>
                <c:pt idx="1">
                  <c:v>13.734375000000002</c:v>
                </c:pt>
                <c:pt idx="2">
                  <c:v>14.135416666666668</c:v>
                </c:pt>
                <c:pt idx="3">
                  <c:v>14.703125</c:v>
                </c:pt>
                <c:pt idx="4">
                  <c:v>15.140625</c:v>
                </c:pt>
                <c:pt idx="5">
                  <c:v>15.494791666666666</c:v>
                </c:pt>
                <c:pt idx="6">
                  <c:v>16.057291666666664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DA6-D049-BC88-63FFD56C87D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Sheet1!$A$2:$A$8</c:f>
              <c:strCache>
                <c:ptCount val="7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49s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2.0833333333333336E-2</c:v>
                </c:pt>
                <c:pt idx="1">
                  <c:v>2.0833333333333336E-2</c:v>
                </c:pt>
                <c:pt idx="2">
                  <c:v>2.6041666666666668E-2</c:v>
                </c:pt>
                <c:pt idx="3">
                  <c:v>2.0833333333333336E-2</c:v>
                </c:pt>
                <c:pt idx="4">
                  <c:v>2.0833333333333336E-2</c:v>
                </c:pt>
                <c:pt idx="5">
                  <c:v>2.0833333333333336E-2</c:v>
                </c:pt>
                <c:pt idx="6">
                  <c:v>2.0833333333333336E-2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DA6-D049-BC88-63FFD56C87D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Sheet1!$A$2:$A$8</c:f>
              <c:strCache>
                <c:ptCount val="7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25s</c:v>
                </c:pt>
                <c:pt idx="4">
                  <c:v>33s</c:v>
                </c:pt>
                <c:pt idx="5">
                  <c:v>41s</c:v>
                </c:pt>
                <c:pt idx="6">
                  <c:v>49s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2.2083333333333335</c:v>
                </c:pt>
                <c:pt idx="1">
                  <c:v>2.015625</c:v>
                </c:pt>
                <c:pt idx="2">
                  <c:v>2.223958333333333</c:v>
                </c:pt>
                <c:pt idx="3">
                  <c:v>2.1927083333333335</c:v>
                </c:pt>
                <c:pt idx="4">
                  <c:v>2.234375</c:v>
                </c:pt>
                <c:pt idx="5">
                  <c:v>2.2395833333333335</c:v>
                </c:pt>
                <c:pt idx="6">
                  <c:v>2.2500000000000004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DA6-D049-BC88-63FFD56C87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certs/s</c:v>
                </c:pt>
              </c:strCache>
            </c:strRef>
          </c:tx>
          <c:spPr>
            <a:ln w="22225">
              <a:solidFill>
                <a:srgbClr val="2F5FD0"/>
              </a:solidFill>
            </a:ln>
          </c:spPr>
          <c:cat>
            <c:strRef>
              <c:f>Sheet1!$A$2:$A$5</c:f>
              <c:strCache>
                <c:ptCount val="4"/>
                <c:pt idx="0">
                  <c:v>192</c:v>
                </c:pt>
                <c:pt idx="1">
                  <c:v>288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11556</c:v>
                </c:pt>
                <c:pt idx="1">
                  <c:v>11744</c:v>
                </c:pt>
                <c:pt idx="2">
                  <c:v>5263</c:v>
                </c:pt>
                <c:pt idx="3">
                  <c:v>3983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05-6243-A9AA-4B1F4FB085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Sheet1!$A$2:$A$5</c:f>
              <c:strCache>
                <c:ptCount val="4"/>
                <c:pt idx="0">
                  <c:v>192</c:v>
                </c:pt>
                <c:pt idx="1">
                  <c:v>288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14.22</c:v>
                </c:pt>
                <c:pt idx="1">
                  <c:v>23.74</c:v>
                </c:pt>
                <c:pt idx="2">
                  <c:v>19.86</c:v>
                </c:pt>
                <c:pt idx="3">
                  <c:v>21.71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953-484E-849E-06F45C04BF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p90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Sheet1!$A$2:$A$5</c:f>
              <c:strCache>
                <c:ptCount val="4"/>
                <c:pt idx="0">
                  <c:v>192</c:v>
                </c:pt>
                <c:pt idx="1">
                  <c:v>288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27.01</c:v>
                </c:pt>
                <c:pt idx="1">
                  <c:v>37.99</c:v>
                </c:pt>
                <c:pt idx="2">
                  <c:v>52.58</c:v>
                </c:pt>
                <c:pt idx="3">
                  <c:v>51.33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953-484E-849E-06F45C04BF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p95</c:v>
                </c:pt>
              </c:strCache>
            </c:strRef>
          </c:tx>
          <c:spPr>
            <a:ln w="22225">
              <a:solidFill>
                <a:srgbClr val="BD7D1C"/>
              </a:solidFill>
            </a:ln>
          </c:spPr>
          <c:cat>
            <c:strRef>
              <c:f>Sheet1!$A$2:$A$5</c:f>
              <c:strCache>
                <c:ptCount val="4"/>
                <c:pt idx="0">
                  <c:v>192</c:v>
                </c:pt>
                <c:pt idx="1">
                  <c:v>288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29.71</c:v>
                </c:pt>
                <c:pt idx="1">
                  <c:v>42.28</c:v>
                </c:pt>
                <c:pt idx="2">
                  <c:v>60.97</c:v>
                </c:pt>
                <c:pt idx="3">
                  <c:v>63.27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953-484E-849E-06F45C04BF7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p99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Sheet1!$A$2:$A$5</c:f>
              <c:strCache>
                <c:ptCount val="4"/>
                <c:pt idx="0">
                  <c:v>192</c:v>
                </c:pt>
                <c:pt idx="1">
                  <c:v>288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35.83</c:v>
                </c:pt>
                <c:pt idx="1">
                  <c:v>53.45</c:v>
                </c:pt>
                <c:pt idx="2">
                  <c:v>136.32</c:v>
                </c:pt>
                <c:pt idx="3">
                  <c:v>3010.23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953-484E-849E-06F45C04BF7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max</c:v>
                </c:pt>
              </c:strCache>
            </c:strRef>
          </c:tx>
          <c:spPr>
            <a:ln w="22225">
              <a:solidFill>
                <a:srgbClr val="7259C9"/>
              </a:solidFill>
            </a:ln>
          </c:spPr>
          <c:cat>
            <c:strRef>
              <c:f>Sheet1!$A$2:$A$5</c:f>
              <c:strCache>
                <c:ptCount val="4"/>
                <c:pt idx="0">
                  <c:v>192</c:v>
                </c:pt>
                <c:pt idx="1">
                  <c:v>288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158.32</c:v>
                </c:pt>
                <c:pt idx="1">
                  <c:v>195.6</c:v>
                </c:pt>
                <c:pt idx="2">
                  <c:v>15882.86</c:v>
                </c:pt>
                <c:pt idx="3">
                  <c:v>18504.29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953-484E-849E-06F45C04BF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Sheet1!$A$2:$A$15</c:f>
              <c:strCache>
                <c:ptCount val="14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  <c:pt idx="7">
                  <c:v>56s</c:v>
                </c:pt>
                <c:pt idx="8">
                  <c:v>64s</c:v>
                </c:pt>
                <c:pt idx="9">
                  <c:v>72s</c:v>
                </c:pt>
                <c:pt idx="10">
                  <c:v>80s</c:v>
                </c:pt>
                <c:pt idx="11">
                  <c:v>93s</c:v>
                </c:pt>
                <c:pt idx="12">
                  <c:v>108s</c:v>
                </c:pt>
                <c:pt idx="13">
                  <c:v>118s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</c:v>
                </c:pt>
                <c:pt idx="1">
                  <c:v>65.572916666666671</c:v>
                </c:pt>
                <c:pt idx="2">
                  <c:v>63.645833333333336</c:v>
                </c:pt>
                <c:pt idx="3">
                  <c:v>64.322916666666657</c:v>
                </c:pt>
                <c:pt idx="4">
                  <c:v>64.635416666666671</c:v>
                </c:pt>
                <c:pt idx="5">
                  <c:v>67.552083333333329</c:v>
                </c:pt>
                <c:pt idx="6">
                  <c:v>17.447916666666664</c:v>
                </c:pt>
                <c:pt idx="7">
                  <c:v>45</c:v>
                </c:pt>
                <c:pt idx="8">
                  <c:v>62.864583333333336</c:v>
                </c:pt>
                <c:pt idx="9">
                  <c:v>5.2083333333333336E-2</c:v>
                </c:pt>
                <c:pt idx="10">
                  <c:v>0</c:v>
                </c:pt>
                <c:pt idx="11">
                  <c:v>57.291666666666664</c:v>
                </c:pt>
                <c:pt idx="12">
                  <c:v>0.3125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061-9F43-949F-2BAA99E65A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Sheet1!$A$2:$A$15</c:f>
              <c:strCache>
                <c:ptCount val="14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  <c:pt idx="7">
                  <c:v>56s</c:v>
                </c:pt>
                <c:pt idx="8">
                  <c:v>64s</c:v>
                </c:pt>
                <c:pt idx="9">
                  <c:v>72s</c:v>
                </c:pt>
                <c:pt idx="10">
                  <c:v>80s</c:v>
                </c:pt>
                <c:pt idx="11">
                  <c:v>93s</c:v>
                </c:pt>
                <c:pt idx="12">
                  <c:v>108s</c:v>
                </c:pt>
                <c:pt idx="13">
                  <c:v>118s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0</c:v>
                </c:pt>
                <c:pt idx="1">
                  <c:v>10.208333333333334</c:v>
                </c:pt>
                <c:pt idx="2">
                  <c:v>8.8541666666666679</c:v>
                </c:pt>
                <c:pt idx="3">
                  <c:v>11.510416666666668</c:v>
                </c:pt>
                <c:pt idx="4">
                  <c:v>10.989583333333334</c:v>
                </c:pt>
                <c:pt idx="5">
                  <c:v>12.34375</c:v>
                </c:pt>
                <c:pt idx="6">
                  <c:v>1.1458333333333335</c:v>
                </c:pt>
                <c:pt idx="7">
                  <c:v>4.114583333333333</c:v>
                </c:pt>
                <c:pt idx="8">
                  <c:v>4.375</c:v>
                </c:pt>
                <c:pt idx="9">
                  <c:v>0.10416666666666667</c:v>
                </c:pt>
                <c:pt idx="10">
                  <c:v>0</c:v>
                </c:pt>
                <c:pt idx="11">
                  <c:v>20.3125</c:v>
                </c:pt>
                <c:pt idx="12">
                  <c:v>0.10416666666666667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061-9F43-949F-2BAA99E65A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Sheet1!$A$2:$A$15</c:f>
              <c:strCache>
                <c:ptCount val="14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  <c:pt idx="7">
                  <c:v>56s</c:v>
                </c:pt>
                <c:pt idx="8">
                  <c:v>64s</c:v>
                </c:pt>
                <c:pt idx="9">
                  <c:v>72s</c:v>
                </c:pt>
                <c:pt idx="10">
                  <c:v>80s</c:v>
                </c:pt>
                <c:pt idx="11">
                  <c:v>93s</c:v>
                </c:pt>
                <c:pt idx="12">
                  <c:v>108s</c:v>
                </c:pt>
                <c:pt idx="13">
                  <c:v>118s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0</c:v>
                </c:pt>
                <c:pt idx="1">
                  <c:v>5.3645833333333339</c:v>
                </c:pt>
                <c:pt idx="2">
                  <c:v>4.7916666666666661</c:v>
                </c:pt>
                <c:pt idx="3">
                  <c:v>6.1458333333333339</c:v>
                </c:pt>
                <c:pt idx="4">
                  <c:v>5.5729166666666661</c:v>
                </c:pt>
                <c:pt idx="5">
                  <c:v>5.7291666666666661</c:v>
                </c:pt>
                <c:pt idx="6">
                  <c:v>0.41666666666666669</c:v>
                </c:pt>
                <c:pt idx="7">
                  <c:v>1.9270833333333335</c:v>
                </c:pt>
                <c:pt idx="8">
                  <c:v>2.1354166666666665</c:v>
                </c:pt>
                <c:pt idx="9">
                  <c:v>5.2083333333333336E-2</c:v>
                </c:pt>
                <c:pt idx="10">
                  <c:v>0</c:v>
                </c:pt>
                <c:pt idx="11">
                  <c:v>6.197916666666667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061-9F43-949F-2BAA99E65A0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Sheet1!$A$2:$A$15</c:f>
              <c:strCache>
                <c:ptCount val="14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  <c:pt idx="7">
                  <c:v>56s</c:v>
                </c:pt>
                <c:pt idx="8">
                  <c:v>64s</c:v>
                </c:pt>
                <c:pt idx="9">
                  <c:v>72s</c:v>
                </c:pt>
                <c:pt idx="10">
                  <c:v>80s</c:v>
                </c:pt>
                <c:pt idx="11">
                  <c:v>93s</c:v>
                </c:pt>
                <c:pt idx="12">
                  <c:v>108s</c:v>
                </c:pt>
                <c:pt idx="13">
                  <c:v>118s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0.24305555555555555</c:v>
                </c:pt>
                <c:pt idx="1">
                  <c:v>0.24305555555555555</c:v>
                </c:pt>
                <c:pt idx="2">
                  <c:v>0.20833333333333334</c:v>
                </c:pt>
                <c:pt idx="3">
                  <c:v>0.24305555555555555</c:v>
                </c:pt>
                <c:pt idx="4">
                  <c:v>0.3125</c:v>
                </c:pt>
                <c:pt idx="5">
                  <c:v>0.24305555555555555</c:v>
                </c:pt>
                <c:pt idx="6">
                  <c:v>50.034722222222214</c:v>
                </c:pt>
                <c:pt idx="7">
                  <c:v>50.034722222222214</c:v>
                </c:pt>
                <c:pt idx="8">
                  <c:v>50.034722222222214</c:v>
                </c:pt>
                <c:pt idx="9">
                  <c:v>11.979166666666668</c:v>
                </c:pt>
                <c:pt idx="10">
                  <c:v>0.45138888888888895</c:v>
                </c:pt>
                <c:pt idx="11">
                  <c:v>83.333333333333343</c:v>
                </c:pt>
                <c:pt idx="12">
                  <c:v>100</c:v>
                </c:pt>
                <c:pt idx="13">
                  <c:v>33.333333333333329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061-9F43-949F-2BAA99E65A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Sheet1!$A$2:$A$15</c:f>
              <c:strCache>
                <c:ptCount val="14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  <c:pt idx="7">
                  <c:v>56s</c:v>
                </c:pt>
                <c:pt idx="8">
                  <c:v>64s</c:v>
                </c:pt>
                <c:pt idx="9">
                  <c:v>72s</c:v>
                </c:pt>
                <c:pt idx="10">
                  <c:v>80s</c:v>
                </c:pt>
                <c:pt idx="11">
                  <c:v>93s</c:v>
                </c:pt>
                <c:pt idx="12">
                  <c:v>108s</c:v>
                </c:pt>
                <c:pt idx="13">
                  <c:v>118s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3.856770833333333</c:v>
                </c:pt>
                <c:pt idx="1">
                  <c:v>3.864583333333333</c:v>
                </c:pt>
                <c:pt idx="2">
                  <c:v>3.8619791666666665</c:v>
                </c:pt>
                <c:pt idx="3">
                  <c:v>3.8802083333333335</c:v>
                </c:pt>
                <c:pt idx="4">
                  <c:v>3.885416666666667</c:v>
                </c:pt>
                <c:pt idx="5">
                  <c:v>3.8906249999999996</c:v>
                </c:pt>
                <c:pt idx="6">
                  <c:v>3.885416666666667</c:v>
                </c:pt>
                <c:pt idx="7">
                  <c:v>3.8802083333333335</c:v>
                </c:pt>
                <c:pt idx="8">
                  <c:v>3.8489583333333335</c:v>
                </c:pt>
                <c:pt idx="9">
                  <c:v>3.8802083333333335</c:v>
                </c:pt>
                <c:pt idx="10">
                  <c:v>0</c:v>
                </c:pt>
                <c:pt idx="11">
                  <c:v>3.90625</c:v>
                </c:pt>
                <c:pt idx="12">
                  <c:v>3.885416666666667</c:v>
                </c:pt>
                <c:pt idx="13">
                  <c:v>3.885416666666667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98-8147-9D82-7F1F8E7BA8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Sheet1!$A$2:$A$15</c:f>
              <c:strCache>
                <c:ptCount val="14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  <c:pt idx="7">
                  <c:v>56s</c:v>
                </c:pt>
                <c:pt idx="8">
                  <c:v>64s</c:v>
                </c:pt>
                <c:pt idx="9">
                  <c:v>72s</c:v>
                </c:pt>
                <c:pt idx="10">
                  <c:v>80s</c:v>
                </c:pt>
                <c:pt idx="11">
                  <c:v>93s</c:v>
                </c:pt>
                <c:pt idx="12">
                  <c:v>108s</c:v>
                </c:pt>
                <c:pt idx="13">
                  <c:v>118s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11.408854166666666</c:v>
                </c:pt>
                <c:pt idx="1">
                  <c:v>11.502604166666668</c:v>
                </c:pt>
                <c:pt idx="2">
                  <c:v>11.591145833333332</c:v>
                </c:pt>
                <c:pt idx="3">
                  <c:v>11.65625</c:v>
                </c:pt>
                <c:pt idx="4">
                  <c:v>11.75</c:v>
                </c:pt>
                <c:pt idx="5">
                  <c:v>11.807291666666668</c:v>
                </c:pt>
                <c:pt idx="6">
                  <c:v>11.869791666666666</c:v>
                </c:pt>
                <c:pt idx="7">
                  <c:v>11.90625</c:v>
                </c:pt>
                <c:pt idx="8">
                  <c:v>11.934895833333332</c:v>
                </c:pt>
                <c:pt idx="9">
                  <c:v>11.950520833333334</c:v>
                </c:pt>
                <c:pt idx="10">
                  <c:v>0</c:v>
                </c:pt>
                <c:pt idx="11">
                  <c:v>12.130208333333332</c:v>
                </c:pt>
                <c:pt idx="12">
                  <c:v>12.1484375</c:v>
                </c:pt>
                <c:pt idx="13">
                  <c:v>12.1484375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998-8147-9D82-7F1F8E7BA8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Sheet1!$A$2:$A$15</c:f>
              <c:strCache>
                <c:ptCount val="14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  <c:pt idx="7">
                  <c:v>56s</c:v>
                </c:pt>
                <c:pt idx="8">
                  <c:v>64s</c:v>
                </c:pt>
                <c:pt idx="9">
                  <c:v>72s</c:v>
                </c:pt>
                <c:pt idx="10">
                  <c:v>80s</c:v>
                </c:pt>
                <c:pt idx="11">
                  <c:v>93s</c:v>
                </c:pt>
                <c:pt idx="12">
                  <c:v>108s</c:v>
                </c:pt>
                <c:pt idx="13">
                  <c:v>118s</c:v>
                </c:pt>
              </c:strCache>
            </c: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2.0833333333333336E-2</c:v>
                </c:pt>
                <c:pt idx="1">
                  <c:v>2.0833333333333336E-2</c:v>
                </c:pt>
                <c:pt idx="2">
                  <c:v>2.0833333333333336E-2</c:v>
                </c:pt>
                <c:pt idx="3">
                  <c:v>2.0833333333333336E-2</c:v>
                </c:pt>
                <c:pt idx="4">
                  <c:v>2.34375E-2</c:v>
                </c:pt>
                <c:pt idx="5">
                  <c:v>2.34375E-2</c:v>
                </c:pt>
                <c:pt idx="6">
                  <c:v>2.0833333333333336E-2</c:v>
                </c:pt>
                <c:pt idx="7">
                  <c:v>2.0833333333333336E-2</c:v>
                </c:pt>
                <c:pt idx="8">
                  <c:v>2.0833333333333336E-2</c:v>
                </c:pt>
                <c:pt idx="9">
                  <c:v>2.34375E-2</c:v>
                </c:pt>
                <c:pt idx="10">
                  <c:v>0</c:v>
                </c:pt>
                <c:pt idx="11">
                  <c:v>2.34375E-2</c:v>
                </c:pt>
                <c:pt idx="12">
                  <c:v>2.0833333333333336E-2</c:v>
                </c:pt>
                <c:pt idx="13">
                  <c:v>2.0833333333333336E-2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998-8147-9D82-7F1F8E7BA83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Sheet1!$A$2:$A$15</c:f>
              <c:strCache>
                <c:ptCount val="14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  <c:pt idx="7">
                  <c:v>56s</c:v>
                </c:pt>
                <c:pt idx="8">
                  <c:v>64s</c:v>
                </c:pt>
                <c:pt idx="9">
                  <c:v>72s</c:v>
                </c:pt>
                <c:pt idx="10">
                  <c:v>80s</c:v>
                </c:pt>
                <c:pt idx="11">
                  <c:v>93s</c:v>
                </c:pt>
                <c:pt idx="12">
                  <c:v>108s</c:v>
                </c:pt>
                <c:pt idx="13">
                  <c:v>118s</c:v>
                </c:pt>
              </c:strCache>
            </c: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1.395833333333333</c:v>
                </c:pt>
                <c:pt idx="1">
                  <c:v>1.4045138888888888</c:v>
                </c:pt>
                <c:pt idx="2">
                  <c:v>1.3559027777777777</c:v>
                </c:pt>
                <c:pt idx="3">
                  <c:v>1.3993055555555558</c:v>
                </c:pt>
                <c:pt idx="4">
                  <c:v>1.3576388888888891</c:v>
                </c:pt>
                <c:pt idx="5">
                  <c:v>1.4010416666666667</c:v>
                </c:pt>
                <c:pt idx="6">
                  <c:v>1.4114583333333335</c:v>
                </c:pt>
                <c:pt idx="7">
                  <c:v>1.4131944444444444</c:v>
                </c:pt>
                <c:pt idx="8">
                  <c:v>1.4184027777777779</c:v>
                </c:pt>
                <c:pt idx="9">
                  <c:v>1.3993055555555558</c:v>
                </c:pt>
                <c:pt idx="10">
                  <c:v>1.4114583333333335</c:v>
                </c:pt>
                <c:pt idx="11">
                  <c:v>1.4114583333333335</c:v>
                </c:pt>
                <c:pt idx="12">
                  <c:v>1.4166666666666667</c:v>
                </c:pt>
                <c:pt idx="13">
                  <c:v>1.3628472222222223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998-8147-9D82-7F1F8E7BA8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certs/s</c:v>
                </c:pt>
              </c:strCache>
            </c:strRef>
          </c:tx>
          <c:spPr>
            <a:ln w="22225">
              <a:solidFill>
                <a:srgbClr val="2F5FD0"/>
              </a:solidFill>
            </a:ln>
          </c:spPr>
          <c:cat>
            <c:strRef>
              <c:f>Sheet1!$A$2:$A$5</c:f>
              <c:strCache>
                <c:ptCount val="4"/>
                <c:pt idx="0">
                  <c:v>240</c:v>
                </c:pt>
                <c:pt idx="1">
                  <c:v>336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10355</c:v>
                </c:pt>
                <c:pt idx="1">
                  <c:v>10289</c:v>
                </c:pt>
                <c:pt idx="2">
                  <c:v>4483</c:v>
                </c:pt>
                <c:pt idx="3">
                  <c:v>5467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2B-FC44-A57E-EA3F395132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Sheet1!$A$2:$A$5</c:f>
              <c:strCache>
                <c:ptCount val="4"/>
                <c:pt idx="0">
                  <c:v>240</c:v>
                </c:pt>
                <c:pt idx="1">
                  <c:v>336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24.1</c:v>
                </c:pt>
                <c:pt idx="1">
                  <c:v>32.33</c:v>
                </c:pt>
                <c:pt idx="2">
                  <c:v>33.340000000000003</c:v>
                </c:pt>
                <c:pt idx="3">
                  <c:v>25.8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09C-BD46-A667-B978FB2C7C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p90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Sheet1!$A$2:$A$5</c:f>
              <c:strCache>
                <c:ptCount val="4"/>
                <c:pt idx="0">
                  <c:v>240</c:v>
                </c:pt>
                <c:pt idx="1">
                  <c:v>336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34.479999999999997</c:v>
                </c:pt>
                <c:pt idx="1">
                  <c:v>47.92</c:v>
                </c:pt>
                <c:pt idx="2">
                  <c:v>64.010000000000005</c:v>
                </c:pt>
                <c:pt idx="3">
                  <c:v>63.98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09C-BD46-A667-B978FB2C7C5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p95</c:v>
                </c:pt>
              </c:strCache>
            </c:strRef>
          </c:tx>
          <c:spPr>
            <a:ln w="22225">
              <a:solidFill>
                <a:srgbClr val="BD7D1C"/>
              </a:solidFill>
            </a:ln>
          </c:spPr>
          <c:cat>
            <c:strRef>
              <c:f>Sheet1!$A$2:$A$5</c:f>
              <c:strCache>
                <c:ptCount val="4"/>
                <c:pt idx="0">
                  <c:v>240</c:v>
                </c:pt>
                <c:pt idx="1">
                  <c:v>336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37.65</c:v>
                </c:pt>
                <c:pt idx="1">
                  <c:v>57.69</c:v>
                </c:pt>
                <c:pt idx="2">
                  <c:v>77.75</c:v>
                </c:pt>
                <c:pt idx="3">
                  <c:v>78.540000000000006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09C-BD46-A667-B978FB2C7C5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p99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Sheet1!$A$2:$A$5</c:f>
              <c:strCache>
                <c:ptCount val="4"/>
                <c:pt idx="0">
                  <c:v>240</c:v>
                </c:pt>
                <c:pt idx="1">
                  <c:v>336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48.45</c:v>
                </c:pt>
                <c:pt idx="1">
                  <c:v>77.95</c:v>
                </c:pt>
                <c:pt idx="2">
                  <c:v>147.94</c:v>
                </c:pt>
                <c:pt idx="3">
                  <c:v>3013.85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09C-BD46-A667-B978FB2C7C55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max</c:v>
                </c:pt>
              </c:strCache>
            </c:strRef>
          </c:tx>
          <c:spPr>
            <a:ln w="22225">
              <a:solidFill>
                <a:srgbClr val="7259C9"/>
              </a:solidFill>
            </a:ln>
          </c:spPr>
          <c:cat>
            <c:strRef>
              <c:f>Sheet1!$A$2:$A$5</c:f>
              <c:strCache>
                <c:ptCount val="4"/>
                <c:pt idx="0">
                  <c:v>240</c:v>
                </c:pt>
                <c:pt idx="1">
                  <c:v>336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264.92</c:v>
                </c:pt>
                <c:pt idx="1">
                  <c:v>196.56</c:v>
                </c:pt>
                <c:pt idx="2">
                  <c:v>15880.59</c:v>
                </c:pt>
                <c:pt idx="3">
                  <c:v>8297.34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09C-BD46-A667-B978FB2C7C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Sheet1!$A$2:$A$32</c:f>
              <c:strCache>
                <c:ptCount val="31"/>
                <c:pt idx="0">
                  <c:v>192s</c:v>
                </c:pt>
                <c:pt idx="1">
                  <c:v>0s</c:v>
                </c:pt>
                <c:pt idx="2">
                  <c:v>199s</c:v>
                </c:pt>
                <c:pt idx="3">
                  <c:v>8s</c:v>
                </c:pt>
                <c:pt idx="4">
                  <c:v>207s</c:v>
                </c:pt>
                <c:pt idx="5">
                  <c:v>16s</c:v>
                </c:pt>
                <c:pt idx="6">
                  <c:v>215s</c:v>
                </c:pt>
                <c:pt idx="7">
                  <c:v>24s</c:v>
                </c:pt>
                <c:pt idx="8">
                  <c:v>223s</c:v>
                </c:pt>
                <c:pt idx="9">
                  <c:v>32s</c:v>
                </c:pt>
                <c:pt idx="10">
                  <c:v>231s</c:v>
                </c:pt>
                <c:pt idx="11">
                  <c:v>40s</c:v>
                </c:pt>
                <c:pt idx="12">
                  <c:v>239s</c:v>
                </c:pt>
                <c:pt idx="13">
                  <c:v>48s</c:v>
                </c:pt>
                <c:pt idx="14">
                  <c:v>247s</c:v>
                </c:pt>
                <c:pt idx="15">
                  <c:v>56s</c:v>
                </c:pt>
                <c:pt idx="16">
                  <c:v>255s</c:v>
                </c:pt>
                <c:pt idx="17">
                  <c:v>64s</c:v>
                </c:pt>
                <c:pt idx="18">
                  <c:v>263s</c:v>
                </c:pt>
                <c:pt idx="19">
                  <c:v>72s</c:v>
                </c:pt>
                <c:pt idx="20">
                  <c:v>271s</c:v>
                </c:pt>
                <c:pt idx="21">
                  <c:v>81s</c:v>
                </c:pt>
                <c:pt idx="22">
                  <c:v>279s</c:v>
                </c:pt>
                <c:pt idx="23">
                  <c:v>89s</c:v>
                </c:pt>
                <c:pt idx="24">
                  <c:v>287s</c:v>
                </c:pt>
                <c:pt idx="25">
                  <c:v>295s</c:v>
                </c:pt>
                <c:pt idx="26">
                  <c:v>97s</c:v>
                </c:pt>
                <c:pt idx="27">
                  <c:v>306s</c:v>
                </c:pt>
                <c:pt idx="28">
                  <c:v>111s</c:v>
                </c:pt>
                <c:pt idx="29">
                  <c:v>314s</c:v>
                </c:pt>
                <c:pt idx="30">
                  <c:v>120s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67.708333333333343</c:v>
                </c:pt>
                <c:pt idx="3">
                  <c:v>68.020833333333329</c:v>
                </c:pt>
                <c:pt idx="4">
                  <c:v>66.927083333333343</c:v>
                </c:pt>
                <c:pt idx="5">
                  <c:v>67.239583333333329</c:v>
                </c:pt>
                <c:pt idx="6">
                  <c:v>0</c:v>
                </c:pt>
                <c:pt idx="7">
                  <c:v>65.729166666666671</c:v>
                </c:pt>
                <c:pt idx="8">
                  <c:v>66.770833333333329</c:v>
                </c:pt>
                <c:pt idx="9">
                  <c:v>67.083333333333343</c:v>
                </c:pt>
                <c:pt idx="10">
                  <c:v>66.666666666666657</c:v>
                </c:pt>
                <c:pt idx="11">
                  <c:v>69.322916666666671</c:v>
                </c:pt>
                <c:pt idx="12">
                  <c:v>23.854166666666664</c:v>
                </c:pt>
                <c:pt idx="13">
                  <c:v>69.635416666666657</c:v>
                </c:pt>
                <c:pt idx="14">
                  <c:v>70.572916666666657</c:v>
                </c:pt>
                <c:pt idx="15">
                  <c:v>22.239583333333336</c:v>
                </c:pt>
                <c:pt idx="16">
                  <c:v>53.385416666666664</c:v>
                </c:pt>
                <c:pt idx="17">
                  <c:v>49.21875</c:v>
                </c:pt>
                <c:pt idx="18">
                  <c:v>62.812499999999993</c:v>
                </c:pt>
                <c:pt idx="19">
                  <c:v>24.0625</c:v>
                </c:pt>
                <c:pt idx="20">
                  <c:v>0.88541666666666663</c:v>
                </c:pt>
                <c:pt idx="21">
                  <c:v>0</c:v>
                </c:pt>
                <c:pt idx="22">
                  <c:v>0.36458333333333331</c:v>
                </c:pt>
                <c:pt idx="23">
                  <c:v>0</c:v>
                </c:pt>
                <c:pt idx="24">
                  <c:v>69.010416666666657</c:v>
                </c:pt>
                <c:pt idx="25">
                  <c:v>67.291666666666657</c:v>
                </c:pt>
                <c:pt idx="26">
                  <c:v>67.291666666666657</c:v>
                </c:pt>
                <c:pt idx="27">
                  <c:v>36.979166666666671</c:v>
                </c:pt>
                <c:pt idx="28">
                  <c:v>63.177083333333329</c:v>
                </c:pt>
                <c:pt idx="29">
                  <c:v>0</c:v>
                </c:pt>
                <c:pt idx="30">
                  <c:v>5.2083333333333336E-2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3D-9242-A291-45B7730DF24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Sheet1!$A$2:$A$32</c:f>
              <c:strCache>
                <c:ptCount val="31"/>
                <c:pt idx="0">
                  <c:v>192s</c:v>
                </c:pt>
                <c:pt idx="1">
                  <c:v>0s</c:v>
                </c:pt>
                <c:pt idx="2">
                  <c:v>199s</c:v>
                </c:pt>
                <c:pt idx="3">
                  <c:v>8s</c:v>
                </c:pt>
                <c:pt idx="4">
                  <c:v>207s</c:v>
                </c:pt>
                <c:pt idx="5">
                  <c:v>16s</c:v>
                </c:pt>
                <c:pt idx="6">
                  <c:v>215s</c:v>
                </c:pt>
                <c:pt idx="7">
                  <c:v>24s</c:v>
                </c:pt>
                <c:pt idx="8">
                  <c:v>223s</c:v>
                </c:pt>
                <c:pt idx="9">
                  <c:v>32s</c:v>
                </c:pt>
                <c:pt idx="10">
                  <c:v>231s</c:v>
                </c:pt>
                <c:pt idx="11">
                  <c:v>40s</c:v>
                </c:pt>
                <c:pt idx="12">
                  <c:v>239s</c:v>
                </c:pt>
                <c:pt idx="13">
                  <c:v>48s</c:v>
                </c:pt>
                <c:pt idx="14">
                  <c:v>247s</c:v>
                </c:pt>
                <c:pt idx="15">
                  <c:v>56s</c:v>
                </c:pt>
                <c:pt idx="16">
                  <c:v>255s</c:v>
                </c:pt>
                <c:pt idx="17">
                  <c:v>64s</c:v>
                </c:pt>
                <c:pt idx="18">
                  <c:v>263s</c:v>
                </c:pt>
                <c:pt idx="19">
                  <c:v>72s</c:v>
                </c:pt>
                <c:pt idx="20">
                  <c:v>271s</c:v>
                </c:pt>
                <c:pt idx="21">
                  <c:v>81s</c:v>
                </c:pt>
                <c:pt idx="22">
                  <c:v>279s</c:v>
                </c:pt>
                <c:pt idx="23">
                  <c:v>89s</c:v>
                </c:pt>
                <c:pt idx="24">
                  <c:v>287s</c:v>
                </c:pt>
                <c:pt idx="25">
                  <c:v>295s</c:v>
                </c:pt>
                <c:pt idx="26">
                  <c:v>97s</c:v>
                </c:pt>
                <c:pt idx="27">
                  <c:v>306s</c:v>
                </c:pt>
                <c:pt idx="28">
                  <c:v>111s</c:v>
                </c:pt>
                <c:pt idx="29">
                  <c:v>314s</c:v>
                </c:pt>
                <c:pt idx="30">
                  <c:v>120s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8.6979166666666661</c:v>
                </c:pt>
                <c:pt idx="3">
                  <c:v>8.6979166666666661</c:v>
                </c:pt>
                <c:pt idx="4">
                  <c:v>8.8020833333333321</c:v>
                </c:pt>
                <c:pt idx="5">
                  <c:v>9.0625</c:v>
                </c:pt>
                <c:pt idx="6">
                  <c:v>0.10416666666666667</c:v>
                </c:pt>
                <c:pt idx="7">
                  <c:v>9.7395833333333339</c:v>
                </c:pt>
                <c:pt idx="8">
                  <c:v>10.46875</c:v>
                </c:pt>
                <c:pt idx="9">
                  <c:v>9.375</c:v>
                </c:pt>
                <c:pt idx="10">
                  <c:v>10.3125</c:v>
                </c:pt>
                <c:pt idx="11">
                  <c:v>9.0104166666666661</c:v>
                </c:pt>
                <c:pt idx="12">
                  <c:v>2.291666666666667</c:v>
                </c:pt>
                <c:pt idx="13">
                  <c:v>10.052083333333334</c:v>
                </c:pt>
                <c:pt idx="14">
                  <c:v>8.6458333333333339</c:v>
                </c:pt>
                <c:pt idx="15">
                  <c:v>1.1979166666666665</c:v>
                </c:pt>
                <c:pt idx="16">
                  <c:v>2.083333333333333</c:v>
                </c:pt>
                <c:pt idx="17">
                  <c:v>3.6458333333333335</c:v>
                </c:pt>
                <c:pt idx="18">
                  <c:v>13.020833333333334</c:v>
                </c:pt>
                <c:pt idx="19">
                  <c:v>1.09375</c:v>
                </c:pt>
                <c:pt idx="20">
                  <c:v>0.15625</c:v>
                </c:pt>
                <c:pt idx="21">
                  <c:v>0.10416666666666667</c:v>
                </c:pt>
                <c:pt idx="22">
                  <c:v>0.10416666666666667</c:v>
                </c:pt>
                <c:pt idx="23">
                  <c:v>0</c:v>
                </c:pt>
                <c:pt idx="24">
                  <c:v>9.2708333333333339</c:v>
                </c:pt>
                <c:pt idx="25">
                  <c:v>9.84375</c:v>
                </c:pt>
                <c:pt idx="26">
                  <c:v>9.84375</c:v>
                </c:pt>
                <c:pt idx="27">
                  <c:v>1.9270833333333335</c:v>
                </c:pt>
                <c:pt idx="28">
                  <c:v>11.041666666666666</c:v>
                </c:pt>
                <c:pt idx="29">
                  <c:v>0.41666666666666669</c:v>
                </c:pt>
                <c:pt idx="30">
                  <c:v>0.41666666666666669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3D-9242-A291-45B7730DF24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Sheet1!$A$2:$A$32</c:f>
              <c:strCache>
                <c:ptCount val="31"/>
                <c:pt idx="0">
                  <c:v>192s</c:v>
                </c:pt>
                <c:pt idx="1">
                  <c:v>0s</c:v>
                </c:pt>
                <c:pt idx="2">
                  <c:v>199s</c:v>
                </c:pt>
                <c:pt idx="3">
                  <c:v>8s</c:v>
                </c:pt>
                <c:pt idx="4">
                  <c:v>207s</c:v>
                </c:pt>
                <c:pt idx="5">
                  <c:v>16s</c:v>
                </c:pt>
                <c:pt idx="6">
                  <c:v>215s</c:v>
                </c:pt>
                <c:pt idx="7">
                  <c:v>24s</c:v>
                </c:pt>
                <c:pt idx="8">
                  <c:v>223s</c:v>
                </c:pt>
                <c:pt idx="9">
                  <c:v>32s</c:v>
                </c:pt>
                <c:pt idx="10">
                  <c:v>231s</c:v>
                </c:pt>
                <c:pt idx="11">
                  <c:v>40s</c:v>
                </c:pt>
                <c:pt idx="12">
                  <c:v>239s</c:v>
                </c:pt>
                <c:pt idx="13">
                  <c:v>48s</c:v>
                </c:pt>
                <c:pt idx="14">
                  <c:v>247s</c:v>
                </c:pt>
                <c:pt idx="15">
                  <c:v>56s</c:v>
                </c:pt>
                <c:pt idx="16">
                  <c:v>255s</c:v>
                </c:pt>
                <c:pt idx="17">
                  <c:v>64s</c:v>
                </c:pt>
                <c:pt idx="18">
                  <c:v>263s</c:v>
                </c:pt>
                <c:pt idx="19">
                  <c:v>72s</c:v>
                </c:pt>
                <c:pt idx="20">
                  <c:v>271s</c:v>
                </c:pt>
                <c:pt idx="21">
                  <c:v>81s</c:v>
                </c:pt>
                <c:pt idx="22">
                  <c:v>279s</c:v>
                </c:pt>
                <c:pt idx="23">
                  <c:v>89s</c:v>
                </c:pt>
                <c:pt idx="24">
                  <c:v>287s</c:v>
                </c:pt>
                <c:pt idx="25">
                  <c:v>295s</c:v>
                </c:pt>
                <c:pt idx="26">
                  <c:v>97s</c:v>
                </c:pt>
                <c:pt idx="27">
                  <c:v>306s</c:v>
                </c:pt>
                <c:pt idx="28">
                  <c:v>111s</c:v>
                </c:pt>
                <c:pt idx="29">
                  <c:v>314s</c:v>
                </c:pt>
                <c:pt idx="30">
                  <c:v>120s</c:v>
                </c:pt>
              </c:strCache>
            </c: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0</c:v>
                </c:pt>
                <c:pt idx="1">
                  <c:v>0</c:v>
                </c:pt>
                <c:pt idx="2">
                  <c:v>4.895833333333333</c:v>
                </c:pt>
                <c:pt idx="3">
                  <c:v>4.7916666666666661</c:v>
                </c:pt>
                <c:pt idx="4">
                  <c:v>4.6875</c:v>
                </c:pt>
                <c:pt idx="5">
                  <c:v>4.739583333333333</c:v>
                </c:pt>
                <c:pt idx="6">
                  <c:v>0.98958333333333326</c:v>
                </c:pt>
                <c:pt idx="7">
                  <c:v>4.895833333333333</c:v>
                </c:pt>
                <c:pt idx="8">
                  <c:v>5.2083333333333339</c:v>
                </c:pt>
                <c:pt idx="9">
                  <c:v>5.15625</c:v>
                </c:pt>
                <c:pt idx="10">
                  <c:v>5.104166666666667</c:v>
                </c:pt>
                <c:pt idx="11">
                  <c:v>4.6875</c:v>
                </c:pt>
                <c:pt idx="12">
                  <c:v>1.40625</c:v>
                </c:pt>
                <c:pt idx="13">
                  <c:v>4.84375</c:v>
                </c:pt>
                <c:pt idx="14">
                  <c:v>4.6875</c:v>
                </c:pt>
                <c:pt idx="15">
                  <c:v>1.8229166666666667</c:v>
                </c:pt>
                <c:pt idx="16">
                  <c:v>0.9375</c:v>
                </c:pt>
                <c:pt idx="17">
                  <c:v>2.1875</c:v>
                </c:pt>
                <c:pt idx="18">
                  <c:v>4.6875</c:v>
                </c:pt>
                <c:pt idx="19">
                  <c:v>0.625</c:v>
                </c:pt>
                <c:pt idx="20">
                  <c:v>0.26041666666666663</c:v>
                </c:pt>
                <c:pt idx="21">
                  <c:v>0</c:v>
                </c:pt>
                <c:pt idx="22">
                  <c:v>5.2083333333333336E-2</c:v>
                </c:pt>
                <c:pt idx="23">
                  <c:v>0</c:v>
                </c:pt>
                <c:pt idx="24">
                  <c:v>5.2083333333333339</c:v>
                </c:pt>
                <c:pt idx="25">
                  <c:v>4.53125</c:v>
                </c:pt>
                <c:pt idx="26">
                  <c:v>4.5833333333333339</c:v>
                </c:pt>
                <c:pt idx="27">
                  <c:v>0.9375</c:v>
                </c:pt>
                <c:pt idx="28">
                  <c:v>4.7916666666666661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33D-9242-A291-45B7730DF24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Sheet1!$A$2:$A$32</c:f>
              <c:strCache>
                <c:ptCount val="31"/>
                <c:pt idx="0">
                  <c:v>192s</c:v>
                </c:pt>
                <c:pt idx="1">
                  <c:v>0s</c:v>
                </c:pt>
                <c:pt idx="2">
                  <c:v>199s</c:v>
                </c:pt>
                <c:pt idx="3">
                  <c:v>8s</c:v>
                </c:pt>
                <c:pt idx="4">
                  <c:v>207s</c:v>
                </c:pt>
                <c:pt idx="5">
                  <c:v>16s</c:v>
                </c:pt>
                <c:pt idx="6">
                  <c:v>215s</c:v>
                </c:pt>
                <c:pt idx="7">
                  <c:v>24s</c:v>
                </c:pt>
                <c:pt idx="8">
                  <c:v>223s</c:v>
                </c:pt>
                <c:pt idx="9">
                  <c:v>32s</c:v>
                </c:pt>
                <c:pt idx="10">
                  <c:v>231s</c:v>
                </c:pt>
                <c:pt idx="11">
                  <c:v>40s</c:v>
                </c:pt>
                <c:pt idx="12">
                  <c:v>239s</c:v>
                </c:pt>
                <c:pt idx="13">
                  <c:v>48s</c:v>
                </c:pt>
                <c:pt idx="14">
                  <c:v>247s</c:v>
                </c:pt>
                <c:pt idx="15">
                  <c:v>56s</c:v>
                </c:pt>
                <c:pt idx="16">
                  <c:v>255s</c:v>
                </c:pt>
                <c:pt idx="17">
                  <c:v>64s</c:v>
                </c:pt>
                <c:pt idx="18">
                  <c:v>263s</c:v>
                </c:pt>
                <c:pt idx="19">
                  <c:v>72s</c:v>
                </c:pt>
                <c:pt idx="20">
                  <c:v>271s</c:v>
                </c:pt>
                <c:pt idx="21">
                  <c:v>81s</c:v>
                </c:pt>
                <c:pt idx="22">
                  <c:v>279s</c:v>
                </c:pt>
                <c:pt idx="23">
                  <c:v>89s</c:v>
                </c:pt>
                <c:pt idx="24">
                  <c:v>287s</c:v>
                </c:pt>
                <c:pt idx="25">
                  <c:v>295s</c:v>
                </c:pt>
                <c:pt idx="26">
                  <c:v>97s</c:v>
                </c:pt>
                <c:pt idx="27">
                  <c:v>306s</c:v>
                </c:pt>
                <c:pt idx="28">
                  <c:v>111s</c:v>
                </c:pt>
                <c:pt idx="29">
                  <c:v>314s</c:v>
                </c:pt>
                <c:pt idx="30">
                  <c:v>120s</c:v>
                </c:pt>
              </c:strCache>
            </c:str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66.666666666666657</c:v>
                </c:pt>
                <c:pt idx="1">
                  <c:v>11.736111111111109</c:v>
                </c:pt>
                <c:pt idx="2">
                  <c:v>0.1388888888888889</c:v>
                </c:pt>
                <c:pt idx="3">
                  <c:v>0.1736111111111111</c:v>
                </c:pt>
                <c:pt idx="4">
                  <c:v>0.1388888888888889</c:v>
                </c:pt>
                <c:pt idx="5">
                  <c:v>0.20833333333333334</c:v>
                </c:pt>
                <c:pt idx="6">
                  <c:v>34.236111111111114</c:v>
                </c:pt>
                <c:pt idx="7">
                  <c:v>0.20833333333333334</c:v>
                </c:pt>
                <c:pt idx="8">
                  <c:v>0.10416666666666667</c:v>
                </c:pt>
                <c:pt idx="9">
                  <c:v>0.27777777777777779</c:v>
                </c:pt>
                <c:pt idx="10">
                  <c:v>0.10416666666666667</c:v>
                </c:pt>
                <c:pt idx="11">
                  <c:v>83.333333333333343</c:v>
                </c:pt>
                <c:pt idx="12">
                  <c:v>0.10416666666666667</c:v>
                </c:pt>
                <c:pt idx="13">
                  <c:v>0.20833333333333334</c:v>
                </c:pt>
                <c:pt idx="14">
                  <c:v>0.10416666666666667</c:v>
                </c:pt>
                <c:pt idx="15">
                  <c:v>50</c:v>
                </c:pt>
                <c:pt idx="16">
                  <c:v>6.9444444444444448E-2</c:v>
                </c:pt>
                <c:pt idx="17">
                  <c:v>0.3125</c:v>
                </c:pt>
                <c:pt idx="18">
                  <c:v>66.666666666666657</c:v>
                </c:pt>
                <c:pt idx="19">
                  <c:v>100</c:v>
                </c:pt>
                <c:pt idx="20">
                  <c:v>66.666666666666657</c:v>
                </c:pt>
                <c:pt idx="21">
                  <c:v>100</c:v>
                </c:pt>
                <c:pt idx="22">
                  <c:v>0</c:v>
                </c:pt>
                <c:pt idx="23">
                  <c:v>0.24305555555555555</c:v>
                </c:pt>
                <c:pt idx="24">
                  <c:v>3.4722222222222224E-2</c:v>
                </c:pt>
                <c:pt idx="25">
                  <c:v>0.1736111111111111</c:v>
                </c:pt>
                <c:pt idx="26">
                  <c:v>0.34722222222222221</c:v>
                </c:pt>
                <c:pt idx="27">
                  <c:v>0.1736111111111111</c:v>
                </c:pt>
                <c:pt idx="28">
                  <c:v>0.1736111111111111</c:v>
                </c:pt>
                <c:pt idx="29">
                  <c:v>66.666666666666657</c:v>
                </c:pt>
                <c:pt idx="30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33D-9242-A291-45B7730DF2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Sheet1!$A$2:$A$32</c:f>
              <c:strCache>
                <c:ptCount val="31"/>
                <c:pt idx="0">
                  <c:v>192s</c:v>
                </c:pt>
                <c:pt idx="1">
                  <c:v>0s</c:v>
                </c:pt>
                <c:pt idx="2">
                  <c:v>199s</c:v>
                </c:pt>
                <c:pt idx="3">
                  <c:v>8s</c:v>
                </c:pt>
                <c:pt idx="4">
                  <c:v>207s</c:v>
                </c:pt>
                <c:pt idx="5">
                  <c:v>16s</c:v>
                </c:pt>
                <c:pt idx="6">
                  <c:v>215s</c:v>
                </c:pt>
                <c:pt idx="7">
                  <c:v>24s</c:v>
                </c:pt>
                <c:pt idx="8">
                  <c:v>223s</c:v>
                </c:pt>
                <c:pt idx="9">
                  <c:v>32s</c:v>
                </c:pt>
                <c:pt idx="10">
                  <c:v>231s</c:v>
                </c:pt>
                <c:pt idx="11">
                  <c:v>40s</c:v>
                </c:pt>
                <c:pt idx="12">
                  <c:v>239s</c:v>
                </c:pt>
                <c:pt idx="13">
                  <c:v>48s</c:v>
                </c:pt>
                <c:pt idx="14">
                  <c:v>247s</c:v>
                </c:pt>
                <c:pt idx="15">
                  <c:v>56s</c:v>
                </c:pt>
                <c:pt idx="16">
                  <c:v>255s</c:v>
                </c:pt>
                <c:pt idx="17">
                  <c:v>64s</c:v>
                </c:pt>
                <c:pt idx="18">
                  <c:v>263s</c:v>
                </c:pt>
                <c:pt idx="19">
                  <c:v>72s</c:v>
                </c:pt>
                <c:pt idx="20">
                  <c:v>271s</c:v>
                </c:pt>
                <c:pt idx="21">
                  <c:v>81s</c:v>
                </c:pt>
                <c:pt idx="22">
                  <c:v>279s</c:v>
                </c:pt>
                <c:pt idx="23">
                  <c:v>89s</c:v>
                </c:pt>
                <c:pt idx="24">
                  <c:v>287s</c:v>
                </c:pt>
                <c:pt idx="25">
                  <c:v>295s</c:v>
                </c:pt>
                <c:pt idx="26">
                  <c:v>97s</c:v>
                </c:pt>
                <c:pt idx="27">
                  <c:v>306s</c:v>
                </c:pt>
                <c:pt idx="28">
                  <c:v>111s</c:v>
                </c:pt>
                <c:pt idx="29">
                  <c:v>314s</c:v>
                </c:pt>
                <c:pt idx="30">
                  <c:v>120s</c:v>
                </c:pt>
              </c:strCache>
            </c: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3.8098958333333335</c:v>
                </c:pt>
                <c:pt idx="1">
                  <c:v>3.8098958333333335</c:v>
                </c:pt>
                <c:pt idx="2">
                  <c:v>3.825520833333333</c:v>
                </c:pt>
                <c:pt idx="3">
                  <c:v>3.825520833333333</c:v>
                </c:pt>
                <c:pt idx="4">
                  <c:v>3.8281249999999996</c:v>
                </c:pt>
                <c:pt idx="5">
                  <c:v>3.8307291666666665</c:v>
                </c:pt>
                <c:pt idx="6">
                  <c:v>3.825520833333333</c:v>
                </c:pt>
                <c:pt idx="7">
                  <c:v>3.8359375</c:v>
                </c:pt>
                <c:pt idx="8">
                  <c:v>3.84375</c:v>
                </c:pt>
                <c:pt idx="9">
                  <c:v>3.8515625</c:v>
                </c:pt>
                <c:pt idx="10">
                  <c:v>3.854166666666667</c:v>
                </c:pt>
                <c:pt idx="11">
                  <c:v>3.854166666666667</c:v>
                </c:pt>
                <c:pt idx="12">
                  <c:v>3.8619791666666665</c:v>
                </c:pt>
                <c:pt idx="13">
                  <c:v>3.8697916666666665</c:v>
                </c:pt>
                <c:pt idx="14">
                  <c:v>3.875</c:v>
                </c:pt>
                <c:pt idx="15">
                  <c:v>3.864583333333333</c:v>
                </c:pt>
                <c:pt idx="16">
                  <c:v>3.8463541666666665</c:v>
                </c:pt>
                <c:pt idx="17">
                  <c:v>3.872395833333333</c:v>
                </c:pt>
                <c:pt idx="18">
                  <c:v>3.8802083333333335</c:v>
                </c:pt>
                <c:pt idx="19">
                  <c:v>3.856770833333333</c:v>
                </c:pt>
                <c:pt idx="20">
                  <c:v>3.856770833333333</c:v>
                </c:pt>
                <c:pt idx="21">
                  <c:v>3.854166666666667</c:v>
                </c:pt>
                <c:pt idx="22">
                  <c:v>3.854166666666667</c:v>
                </c:pt>
                <c:pt idx="23">
                  <c:v>3.854166666666667</c:v>
                </c:pt>
                <c:pt idx="24">
                  <c:v>3.8828125</c:v>
                </c:pt>
                <c:pt idx="25">
                  <c:v>3.8906249999999996</c:v>
                </c:pt>
                <c:pt idx="26">
                  <c:v>3.8906249999999996</c:v>
                </c:pt>
                <c:pt idx="27">
                  <c:v>3.864583333333333</c:v>
                </c:pt>
                <c:pt idx="28">
                  <c:v>3.8906249999999996</c:v>
                </c:pt>
                <c:pt idx="29">
                  <c:v>3.8697916666666665</c:v>
                </c:pt>
                <c:pt idx="30">
                  <c:v>3.8697916666666665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014-FB4A-82A2-041E7F8ED2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Sheet1!$A$2:$A$32</c:f>
              <c:strCache>
                <c:ptCount val="31"/>
                <c:pt idx="0">
                  <c:v>192s</c:v>
                </c:pt>
                <c:pt idx="1">
                  <c:v>0s</c:v>
                </c:pt>
                <c:pt idx="2">
                  <c:v>199s</c:v>
                </c:pt>
                <c:pt idx="3">
                  <c:v>8s</c:v>
                </c:pt>
                <c:pt idx="4">
                  <c:v>207s</c:v>
                </c:pt>
                <c:pt idx="5">
                  <c:v>16s</c:v>
                </c:pt>
                <c:pt idx="6">
                  <c:v>215s</c:v>
                </c:pt>
                <c:pt idx="7">
                  <c:v>24s</c:v>
                </c:pt>
                <c:pt idx="8">
                  <c:v>223s</c:v>
                </c:pt>
                <c:pt idx="9">
                  <c:v>32s</c:v>
                </c:pt>
                <c:pt idx="10">
                  <c:v>231s</c:v>
                </c:pt>
                <c:pt idx="11">
                  <c:v>40s</c:v>
                </c:pt>
                <c:pt idx="12">
                  <c:v>239s</c:v>
                </c:pt>
                <c:pt idx="13">
                  <c:v>48s</c:v>
                </c:pt>
                <c:pt idx="14">
                  <c:v>247s</c:v>
                </c:pt>
                <c:pt idx="15">
                  <c:v>56s</c:v>
                </c:pt>
                <c:pt idx="16">
                  <c:v>255s</c:v>
                </c:pt>
                <c:pt idx="17">
                  <c:v>64s</c:v>
                </c:pt>
                <c:pt idx="18">
                  <c:v>263s</c:v>
                </c:pt>
                <c:pt idx="19">
                  <c:v>72s</c:v>
                </c:pt>
                <c:pt idx="20">
                  <c:v>271s</c:v>
                </c:pt>
                <c:pt idx="21">
                  <c:v>81s</c:v>
                </c:pt>
                <c:pt idx="22">
                  <c:v>279s</c:v>
                </c:pt>
                <c:pt idx="23">
                  <c:v>89s</c:v>
                </c:pt>
                <c:pt idx="24">
                  <c:v>287s</c:v>
                </c:pt>
                <c:pt idx="25">
                  <c:v>295s</c:v>
                </c:pt>
                <c:pt idx="26">
                  <c:v>97s</c:v>
                </c:pt>
                <c:pt idx="27">
                  <c:v>306s</c:v>
                </c:pt>
                <c:pt idx="28">
                  <c:v>111s</c:v>
                </c:pt>
                <c:pt idx="29">
                  <c:v>314s</c:v>
                </c:pt>
                <c:pt idx="30">
                  <c:v>120s</c:v>
                </c:pt>
              </c:strCache>
            </c: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10.200520833333334</c:v>
                </c:pt>
                <c:pt idx="1">
                  <c:v>10.200520833333334</c:v>
                </c:pt>
                <c:pt idx="2">
                  <c:v>10.234375</c:v>
                </c:pt>
                <c:pt idx="3">
                  <c:v>10.278645833333332</c:v>
                </c:pt>
                <c:pt idx="4">
                  <c:v>10.328125</c:v>
                </c:pt>
                <c:pt idx="5">
                  <c:v>10.369791666666666</c:v>
                </c:pt>
                <c:pt idx="6">
                  <c:v>10.408854166666666</c:v>
                </c:pt>
                <c:pt idx="7">
                  <c:v>10.427083333333332</c:v>
                </c:pt>
                <c:pt idx="8">
                  <c:v>10.476562499999998</c:v>
                </c:pt>
                <c:pt idx="9">
                  <c:v>10.513020833333332</c:v>
                </c:pt>
                <c:pt idx="10">
                  <c:v>10.559895833333332</c:v>
                </c:pt>
                <c:pt idx="11">
                  <c:v>10.598958333333334</c:v>
                </c:pt>
                <c:pt idx="12">
                  <c:v>10.6015625</c:v>
                </c:pt>
                <c:pt idx="13">
                  <c:v>10.640625</c:v>
                </c:pt>
                <c:pt idx="14">
                  <c:v>10.684895833333334</c:v>
                </c:pt>
                <c:pt idx="15">
                  <c:v>10.7109375</c:v>
                </c:pt>
                <c:pt idx="16">
                  <c:v>10.723958333333334</c:v>
                </c:pt>
                <c:pt idx="17">
                  <c:v>10.75</c:v>
                </c:pt>
                <c:pt idx="18">
                  <c:v>10.791666666666666</c:v>
                </c:pt>
                <c:pt idx="19">
                  <c:v>10.8046875</c:v>
                </c:pt>
                <c:pt idx="20">
                  <c:v>10.8046875</c:v>
                </c:pt>
                <c:pt idx="21">
                  <c:v>10.8046875</c:v>
                </c:pt>
                <c:pt idx="22">
                  <c:v>10.8046875</c:v>
                </c:pt>
                <c:pt idx="23">
                  <c:v>10.8046875</c:v>
                </c:pt>
                <c:pt idx="24">
                  <c:v>10.8359375</c:v>
                </c:pt>
                <c:pt idx="25">
                  <c:v>10.895833333333334</c:v>
                </c:pt>
                <c:pt idx="26">
                  <c:v>10.895833333333334</c:v>
                </c:pt>
                <c:pt idx="27">
                  <c:v>10.934895833333334</c:v>
                </c:pt>
                <c:pt idx="28">
                  <c:v>10.947916666666666</c:v>
                </c:pt>
                <c:pt idx="29">
                  <c:v>11</c:v>
                </c:pt>
                <c:pt idx="30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014-FB4A-82A2-041E7F8ED2B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Sheet1!$A$2:$A$32</c:f>
              <c:strCache>
                <c:ptCount val="31"/>
                <c:pt idx="0">
                  <c:v>192s</c:v>
                </c:pt>
                <c:pt idx="1">
                  <c:v>0s</c:v>
                </c:pt>
                <c:pt idx="2">
                  <c:v>199s</c:v>
                </c:pt>
                <c:pt idx="3">
                  <c:v>8s</c:v>
                </c:pt>
                <c:pt idx="4">
                  <c:v>207s</c:v>
                </c:pt>
                <c:pt idx="5">
                  <c:v>16s</c:v>
                </c:pt>
                <c:pt idx="6">
                  <c:v>215s</c:v>
                </c:pt>
                <c:pt idx="7">
                  <c:v>24s</c:v>
                </c:pt>
                <c:pt idx="8">
                  <c:v>223s</c:v>
                </c:pt>
                <c:pt idx="9">
                  <c:v>32s</c:v>
                </c:pt>
                <c:pt idx="10">
                  <c:v>231s</c:v>
                </c:pt>
                <c:pt idx="11">
                  <c:v>40s</c:v>
                </c:pt>
                <c:pt idx="12">
                  <c:v>239s</c:v>
                </c:pt>
                <c:pt idx="13">
                  <c:v>48s</c:v>
                </c:pt>
                <c:pt idx="14">
                  <c:v>247s</c:v>
                </c:pt>
                <c:pt idx="15">
                  <c:v>56s</c:v>
                </c:pt>
                <c:pt idx="16">
                  <c:v>255s</c:v>
                </c:pt>
                <c:pt idx="17">
                  <c:v>64s</c:v>
                </c:pt>
                <c:pt idx="18">
                  <c:v>263s</c:v>
                </c:pt>
                <c:pt idx="19">
                  <c:v>72s</c:v>
                </c:pt>
                <c:pt idx="20">
                  <c:v>271s</c:v>
                </c:pt>
                <c:pt idx="21">
                  <c:v>81s</c:v>
                </c:pt>
                <c:pt idx="22">
                  <c:v>279s</c:v>
                </c:pt>
                <c:pt idx="23">
                  <c:v>89s</c:v>
                </c:pt>
                <c:pt idx="24">
                  <c:v>287s</c:v>
                </c:pt>
                <c:pt idx="25">
                  <c:v>295s</c:v>
                </c:pt>
                <c:pt idx="26">
                  <c:v>97s</c:v>
                </c:pt>
                <c:pt idx="27">
                  <c:v>306s</c:v>
                </c:pt>
                <c:pt idx="28">
                  <c:v>111s</c:v>
                </c:pt>
                <c:pt idx="29">
                  <c:v>314s</c:v>
                </c:pt>
                <c:pt idx="30">
                  <c:v>120s</c:v>
                </c:pt>
              </c:strCache>
            </c: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2.0833333333333336E-2</c:v>
                </c:pt>
                <c:pt idx="1">
                  <c:v>2.0833333333333336E-2</c:v>
                </c:pt>
                <c:pt idx="2">
                  <c:v>2.0833333333333336E-2</c:v>
                </c:pt>
                <c:pt idx="3">
                  <c:v>2.0833333333333336E-2</c:v>
                </c:pt>
                <c:pt idx="4">
                  <c:v>2.0833333333333336E-2</c:v>
                </c:pt>
                <c:pt idx="5">
                  <c:v>2.0833333333333336E-2</c:v>
                </c:pt>
                <c:pt idx="6">
                  <c:v>2.0833333333333336E-2</c:v>
                </c:pt>
                <c:pt idx="7">
                  <c:v>2.0833333333333336E-2</c:v>
                </c:pt>
                <c:pt idx="8">
                  <c:v>2.0833333333333336E-2</c:v>
                </c:pt>
                <c:pt idx="9">
                  <c:v>2.0833333333333336E-2</c:v>
                </c:pt>
                <c:pt idx="10">
                  <c:v>2.0833333333333336E-2</c:v>
                </c:pt>
                <c:pt idx="11">
                  <c:v>2.0833333333333336E-2</c:v>
                </c:pt>
                <c:pt idx="12">
                  <c:v>2.0833333333333336E-2</c:v>
                </c:pt>
                <c:pt idx="13">
                  <c:v>2.0833333333333336E-2</c:v>
                </c:pt>
                <c:pt idx="14">
                  <c:v>2.34375E-2</c:v>
                </c:pt>
                <c:pt idx="15">
                  <c:v>2.0833333333333336E-2</c:v>
                </c:pt>
                <c:pt idx="16">
                  <c:v>2.0833333333333336E-2</c:v>
                </c:pt>
                <c:pt idx="17">
                  <c:v>2.0833333333333336E-2</c:v>
                </c:pt>
                <c:pt idx="18">
                  <c:v>2.0833333333333336E-2</c:v>
                </c:pt>
                <c:pt idx="19">
                  <c:v>2.0833333333333336E-2</c:v>
                </c:pt>
                <c:pt idx="20">
                  <c:v>2.34375E-2</c:v>
                </c:pt>
                <c:pt idx="21">
                  <c:v>2.34375E-2</c:v>
                </c:pt>
                <c:pt idx="22">
                  <c:v>2.34375E-2</c:v>
                </c:pt>
                <c:pt idx="23">
                  <c:v>2.34375E-2</c:v>
                </c:pt>
                <c:pt idx="24">
                  <c:v>2.0833333333333336E-2</c:v>
                </c:pt>
                <c:pt idx="25">
                  <c:v>2.0833333333333336E-2</c:v>
                </c:pt>
                <c:pt idx="26">
                  <c:v>2.0833333333333336E-2</c:v>
                </c:pt>
                <c:pt idx="27">
                  <c:v>2.0833333333333336E-2</c:v>
                </c:pt>
                <c:pt idx="28">
                  <c:v>2.0833333333333336E-2</c:v>
                </c:pt>
                <c:pt idx="29">
                  <c:v>2.0833333333333336E-2</c:v>
                </c:pt>
                <c:pt idx="30">
                  <c:v>2.0833333333333336E-2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014-FB4A-82A2-041E7F8ED2B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Sheet1!$A$2:$A$32</c:f>
              <c:strCache>
                <c:ptCount val="31"/>
                <c:pt idx="0">
                  <c:v>192s</c:v>
                </c:pt>
                <c:pt idx="1">
                  <c:v>0s</c:v>
                </c:pt>
                <c:pt idx="2">
                  <c:v>199s</c:v>
                </c:pt>
                <c:pt idx="3">
                  <c:v>8s</c:v>
                </c:pt>
                <c:pt idx="4">
                  <c:v>207s</c:v>
                </c:pt>
                <c:pt idx="5">
                  <c:v>16s</c:v>
                </c:pt>
                <c:pt idx="6">
                  <c:v>215s</c:v>
                </c:pt>
                <c:pt idx="7">
                  <c:v>24s</c:v>
                </c:pt>
                <c:pt idx="8">
                  <c:v>223s</c:v>
                </c:pt>
                <c:pt idx="9">
                  <c:v>32s</c:v>
                </c:pt>
                <c:pt idx="10">
                  <c:v>231s</c:v>
                </c:pt>
                <c:pt idx="11">
                  <c:v>40s</c:v>
                </c:pt>
                <c:pt idx="12">
                  <c:v>239s</c:v>
                </c:pt>
                <c:pt idx="13">
                  <c:v>48s</c:v>
                </c:pt>
                <c:pt idx="14">
                  <c:v>247s</c:v>
                </c:pt>
                <c:pt idx="15">
                  <c:v>56s</c:v>
                </c:pt>
                <c:pt idx="16">
                  <c:v>255s</c:v>
                </c:pt>
                <c:pt idx="17">
                  <c:v>64s</c:v>
                </c:pt>
                <c:pt idx="18">
                  <c:v>263s</c:v>
                </c:pt>
                <c:pt idx="19">
                  <c:v>72s</c:v>
                </c:pt>
                <c:pt idx="20">
                  <c:v>271s</c:v>
                </c:pt>
                <c:pt idx="21">
                  <c:v>81s</c:v>
                </c:pt>
                <c:pt idx="22">
                  <c:v>279s</c:v>
                </c:pt>
                <c:pt idx="23">
                  <c:v>89s</c:v>
                </c:pt>
                <c:pt idx="24">
                  <c:v>287s</c:v>
                </c:pt>
                <c:pt idx="25">
                  <c:v>295s</c:v>
                </c:pt>
                <c:pt idx="26">
                  <c:v>97s</c:v>
                </c:pt>
                <c:pt idx="27">
                  <c:v>306s</c:v>
                </c:pt>
                <c:pt idx="28">
                  <c:v>111s</c:v>
                </c:pt>
                <c:pt idx="29">
                  <c:v>314s</c:v>
                </c:pt>
                <c:pt idx="30">
                  <c:v>120s</c:v>
                </c:pt>
              </c:strCache>
            </c:str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0.91666666666666663</c:v>
                </c:pt>
                <c:pt idx="1">
                  <c:v>1.4010416666666667</c:v>
                </c:pt>
                <c:pt idx="2">
                  <c:v>0.94097222222222221</c:v>
                </c:pt>
                <c:pt idx="3">
                  <c:v>1.4097222222222221</c:v>
                </c:pt>
                <c:pt idx="4">
                  <c:v>0.94618055555555569</c:v>
                </c:pt>
                <c:pt idx="5">
                  <c:v>1.390625</c:v>
                </c:pt>
                <c:pt idx="6">
                  <c:v>0.93750000000000011</c:v>
                </c:pt>
                <c:pt idx="7">
                  <c:v>1.4131944444444444</c:v>
                </c:pt>
                <c:pt idx="8">
                  <c:v>0.94791666666666674</c:v>
                </c:pt>
                <c:pt idx="9">
                  <c:v>1.4184027777777779</c:v>
                </c:pt>
                <c:pt idx="10">
                  <c:v>0.94791666666666674</c:v>
                </c:pt>
                <c:pt idx="11">
                  <c:v>1.3576388888888891</c:v>
                </c:pt>
                <c:pt idx="12">
                  <c:v>0.94270833333333326</c:v>
                </c:pt>
                <c:pt idx="13">
                  <c:v>1.4184027777777779</c:v>
                </c:pt>
                <c:pt idx="14">
                  <c:v>0.94791666666666674</c:v>
                </c:pt>
                <c:pt idx="15">
                  <c:v>1.4218749999999998</c:v>
                </c:pt>
                <c:pt idx="16">
                  <c:v>0.94791666666666674</c:v>
                </c:pt>
                <c:pt idx="17">
                  <c:v>1.4218749999999998</c:v>
                </c:pt>
                <c:pt idx="18">
                  <c:v>0.95138888888888895</c:v>
                </c:pt>
                <c:pt idx="19">
                  <c:v>1.4253472222222223</c:v>
                </c:pt>
                <c:pt idx="20">
                  <c:v>0.95138888888888895</c:v>
                </c:pt>
                <c:pt idx="21">
                  <c:v>1.4288194444444446</c:v>
                </c:pt>
                <c:pt idx="22">
                  <c:v>0.90972222222222221</c:v>
                </c:pt>
                <c:pt idx="23">
                  <c:v>1.4114583333333335</c:v>
                </c:pt>
                <c:pt idx="24">
                  <c:v>0.94618055555555569</c:v>
                </c:pt>
                <c:pt idx="25">
                  <c:v>0.953125</c:v>
                </c:pt>
                <c:pt idx="26">
                  <c:v>1.4253472222222223</c:v>
                </c:pt>
                <c:pt idx="27">
                  <c:v>0.95659722222222221</c:v>
                </c:pt>
                <c:pt idx="28">
                  <c:v>1.4253472222222223</c:v>
                </c:pt>
                <c:pt idx="29">
                  <c:v>0.90972222222222221</c:v>
                </c:pt>
                <c:pt idx="30">
                  <c:v>1.3611111111111109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014-FB4A-82A2-041E7F8ED2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certs/s</c:v>
                </c:pt>
              </c:strCache>
            </c:strRef>
          </c:tx>
          <c:spPr>
            <a:ln w="22225">
              <a:solidFill>
                <a:srgbClr val="2F5FD0"/>
              </a:solidFill>
            </a:ln>
          </c:spPr>
          <c:cat>
            <c:strRef>
              <c:f>Sheet1!$A$2:$A$5</c:f>
              <c:strCache>
                <c:ptCount val="4"/>
                <c:pt idx="0">
                  <c:v>192</c:v>
                </c:pt>
                <c:pt idx="1">
                  <c:v>288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11719</c:v>
                </c:pt>
                <c:pt idx="1">
                  <c:v>16734</c:v>
                </c:pt>
                <c:pt idx="2">
                  <c:v>18534</c:v>
                </c:pt>
                <c:pt idx="3">
                  <c:v>19443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784-F34A-827F-D8357FACD9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Sheet1!$A$2:$A$5</c:f>
              <c:strCache>
                <c:ptCount val="4"/>
                <c:pt idx="0">
                  <c:v>192</c:v>
                </c:pt>
                <c:pt idx="1">
                  <c:v>288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13.28</c:v>
                </c:pt>
                <c:pt idx="1">
                  <c:v>14.35</c:v>
                </c:pt>
                <c:pt idx="2">
                  <c:v>16.93</c:v>
                </c:pt>
                <c:pt idx="3">
                  <c:v>20.28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C7-BC43-B5B4-6265DDD24F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p90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Sheet1!$A$2:$A$5</c:f>
              <c:strCache>
                <c:ptCount val="4"/>
                <c:pt idx="0">
                  <c:v>192</c:v>
                </c:pt>
                <c:pt idx="1">
                  <c:v>288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26.48</c:v>
                </c:pt>
                <c:pt idx="1">
                  <c:v>28.31</c:v>
                </c:pt>
                <c:pt idx="2">
                  <c:v>34.340000000000003</c:v>
                </c:pt>
                <c:pt idx="3">
                  <c:v>40.549999999999997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3C7-BC43-B5B4-6265DDD24F4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p95</c:v>
                </c:pt>
              </c:strCache>
            </c:strRef>
          </c:tx>
          <c:spPr>
            <a:ln w="22225">
              <a:solidFill>
                <a:srgbClr val="BD7D1C"/>
              </a:solidFill>
            </a:ln>
          </c:spPr>
          <c:cat>
            <c:strRef>
              <c:f>Sheet1!$A$2:$A$5</c:f>
              <c:strCache>
                <c:ptCount val="4"/>
                <c:pt idx="0">
                  <c:v>192</c:v>
                </c:pt>
                <c:pt idx="1">
                  <c:v>288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30.46</c:v>
                </c:pt>
                <c:pt idx="1">
                  <c:v>31.02</c:v>
                </c:pt>
                <c:pt idx="2">
                  <c:v>37.82</c:v>
                </c:pt>
                <c:pt idx="3">
                  <c:v>45.1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3C7-BC43-B5B4-6265DDD24F4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p99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Sheet1!$A$2:$A$5</c:f>
              <c:strCache>
                <c:ptCount val="4"/>
                <c:pt idx="0">
                  <c:v>192</c:v>
                </c:pt>
                <c:pt idx="1">
                  <c:v>288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40.11</c:v>
                </c:pt>
                <c:pt idx="1">
                  <c:v>36.33</c:v>
                </c:pt>
                <c:pt idx="2">
                  <c:v>46.48</c:v>
                </c:pt>
                <c:pt idx="3">
                  <c:v>61.37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3C7-BC43-B5B4-6265DDD24F4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max</c:v>
                </c:pt>
              </c:strCache>
            </c:strRef>
          </c:tx>
          <c:spPr>
            <a:ln w="22225">
              <a:solidFill>
                <a:srgbClr val="7259C9"/>
              </a:solidFill>
            </a:ln>
          </c:spPr>
          <c:cat>
            <c:strRef>
              <c:f>Sheet1!$A$2:$A$5</c:f>
              <c:strCache>
                <c:ptCount val="4"/>
                <c:pt idx="0">
                  <c:v>192</c:v>
                </c:pt>
                <c:pt idx="1">
                  <c:v>288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125.68</c:v>
                </c:pt>
                <c:pt idx="1">
                  <c:v>161.16</c:v>
                </c:pt>
                <c:pt idx="2">
                  <c:v>266.08</c:v>
                </c:pt>
                <c:pt idx="3">
                  <c:v>274.99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3C7-BC43-B5B4-6265DDD24F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Sheet1!$A$2:$A$30</c:f>
              <c:strCache>
                <c:ptCount val="29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45s</c:v>
                </c:pt>
                <c:pt idx="6">
                  <c:v>53s</c:v>
                </c:pt>
                <c:pt idx="7">
                  <c:v>61s</c:v>
                </c:pt>
                <c:pt idx="8">
                  <c:v>69s</c:v>
                </c:pt>
                <c:pt idx="9">
                  <c:v>77s</c:v>
                </c:pt>
                <c:pt idx="10">
                  <c:v>85s</c:v>
                </c:pt>
                <c:pt idx="11">
                  <c:v>93s</c:v>
                </c:pt>
                <c:pt idx="12">
                  <c:v>101s</c:v>
                </c:pt>
                <c:pt idx="13">
                  <c:v>109s</c:v>
                </c:pt>
                <c:pt idx="14">
                  <c:v>118s</c:v>
                </c:pt>
                <c:pt idx="15">
                  <c:v>126s</c:v>
                </c:pt>
                <c:pt idx="16">
                  <c:v>133s</c:v>
                </c:pt>
                <c:pt idx="17">
                  <c:v>141s</c:v>
                </c:pt>
                <c:pt idx="18">
                  <c:v>149s</c:v>
                </c:pt>
                <c:pt idx="19">
                  <c:v>157s</c:v>
                </c:pt>
                <c:pt idx="20">
                  <c:v>165s</c:v>
                </c:pt>
                <c:pt idx="21">
                  <c:v>173s</c:v>
                </c:pt>
                <c:pt idx="22">
                  <c:v>181s</c:v>
                </c:pt>
                <c:pt idx="23">
                  <c:v>189s</c:v>
                </c:pt>
                <c:pt idx="24">
                  <c:v>197s</c:v>
                </c:pt>
                <c:pt idx="25">
                  <c:v>205s</c:v>
                </c:pt>
                <c:pt idx="26">
                  <c:v>213s</c:v>
                </c:pt>
                <c:pt idx="27">
                  <c:v>222s</c:v>
                </c:pt>
                <c:pt idx="28">
                  <c:v>230s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68.489583333333343</c:v>
                </c:pt>
                <c:pt idx="6">
                  <c:v>68.697916666666671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42.65625</c:v>
                </c:pt>
                <c:pt idx="13">
                  <c:v>69.375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16.979166666666668</c:v>
                </c:pt>
                <c:pt idx="21">
                  <c:v>24.270833333333332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28.854166666666664</c:v>
                </c:pt>
                <c:pt idx="28">
                  <c:v>7.083333333333333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A7E-BF4E-B26D-04C7C42B44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Sheet1!$A$2:$A$30</c:f>
              <c:strCache>
                <c:ptCount val="29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45s</c:v>
                </c:pt>
                <c:pt idx="6">
                  <c:v>53s</c:v>
                </c:pt>
                <c:pt idx="7">
                  <c:v>61s</c:v>
                </c:pt>
                <c:pt idx="8">
                  <c:v>69s</c:v>
                </c:pt>
                <c:pt idx="9">
                  <c:v>77s</c:v>
                </c:pt>
                <c:pt idx="10">
                  <c:v>85s</c:v>
                </c:pt>
                <c:pt idx="11">
                  <c:v>93s</c:v>
                </c:pt>
                <c:pt idx="12">
                  <c:v>101s</c:v>
                </c:pt>
                <c:pt idx="13">
                  <c:v>109s</c:v>
                </c:pt>
                <c:pt idx="14">
                  <c:v>118s</c:v>
                </c:pt>
                <c:pt idx="15">
                  <c:v>126s</c:v>
                </c:pt>
                <c:pt idx="16">
                  <c:v>133s</c:v>
                </c:pt>
                <c:pt idx="17">
                  <c:v>141s</c:v>
                </c:pt>
                <c:pt idx="18">
                  <c:v>149s</c:v>
                </c:pt>
                <c:pt idx="19">
                  <c:v>157s</c:v>
                </c:pt>
                <c:pt idx="20">
                  <c:v>165s</c:v>
                </c:pt>
                <c:pt idx="21">
                  <c:v>173s</c:v>
                </c:pt>
                <c:pt idx="22">
                  <c:v>181s</c:v>
                </c:pt>
                <c:pt idx="23">
                  <c:v>189s</c:v>
                </c:pt>
                <c:pt idx="24">
                  <c:v>197s</c:v>
                </c:pt>
                <c:pt idx="25">
                  <c:v>205s</c:v>
                </c:pt>
                <c:pt idx="26">
                  <c:v>213s</c:v>
                </c:pt>
                <c:pt idx="27">
                  <c:v>222s</c:v>
                </c:pt>
                <c:pt idx="28">
                  <c:v>230s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5.3645833333333339</c:v>
                </c:pt>
                <c:pt idx="6">
                  <c:v>5.260416666666667</c:v>
                </c:pt>
                <c:pt idx="7">
                  <c:v>5.2083333333333336E-2</c:v>
                </c:pt>
                <c:pt idx="8">
                  <c:v>0.10416666666666667</c:v>
                </c:pt>
                <c:pt idx="9">
                  <c:v>0.10416666666666667</c:v>
                </c:pt>
                <c:pt idx="10">
                  <c:v>0</c:v>
                </c:pt>
                <c:pt idx="11">
                  <c:v>0</c:v>
                </c:pt>
                <c:pt idx="12">
                  <c:v>3.177083333333333</c:v>
                </c:pt>
                <c:pt idx="13">
                  <c:v>6.510416666666667</c:v>
                </c:pt>
                <c:pt idx="14">
                  <c:v>0.10416666666666667</c:v>
                </c:pt>
                <c:pt idx="15">
                  <c:v>0.10416666666666667</c:v>
                </c:pt>
                <c:pt idx="16">
                  <c:v>0.10416666666666667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1.4583333333333333</c:v>
                </c:pt>
                <c:pt idx="21">
                  <c:v>2.604166666666667</c:v>
                </c:pt>
                <c:pt idx="22">
                  <c:v>0.10416666666666667</c:v>
                </c:pt>
                <c:pt idx="23">
                  <c:v>5.2083333333333336E-2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3.5937500000000004</c:v>
                </c:pt>
                <c:pt idx="28">
                  <c:v>0.57291666666666674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A7E-BF4E-B26D-04C7C42B441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Sheet1!$A$2:$A$30</c:f>
              <c:strCache>
                <c:ptCount val="29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45s</c:v>
                </c:pt>
                <c:pt idx="6">
                  <c:v>53s</c:v>
                </c:pt>
                <c:pt idx="7">
                  <c:v>61s</c:v>
                </c:pt>
                <c:pt idx="8">
                  <c:v>69s</c:v>
                </c:pt>
                <c:pt idx="9">
                  <c:v>77s</c:v>
                </c:pt>
                <c:pt idx="10">
                  <c:v>85s</c:v>
                </c:pt>
                <c:pt idx="11">
                  <c:v>93s</c:v>
                </c:pt>
                <c:pt idx="12">
                  <c:v>101s</c:v>
                </c:pt>
                <c:pt idx="13">
                  <c:v>109s</c:v>
                </c:pt>
                <c:pt idx="14">
                  <c:v>118s</c:v>
                </c:pt>
                <c:pt idx="15">
                  <c:v>126s</c:v>
                </c:pt>
                <c:pt idx="16">
                  <c:v>133s</c:v>
                </c:pt>
                <c:pt idx="17">
                  <c:v>141s</c:v>
                </c:pt>
                <c:pt idx="18">
                  <c:v>149s</c:v>
                </c:pt>
                <c:pt idx="19">
                  <c:v>157s</c:v>
                </c:pt>
                <c:pt idx="20">
                  <c:v>165s</c:v>
                </c:pt>
                <c:pt idx="21">
                  <c:v>173s</c:v>
                </c:pt>
                <c:pt idx="22">
                  <c:v>181s</c:v>
                </c:pt>
                <c:pt idx="23">
                  <c:v>189s</c:v>
                </c:pt>
                <c:pt idx="24">
                  <c:v>197s</c:v>
                </c:pt>
                <c:pt idx="25">
                  <c:v>205s</c:v>
                </c:pt>
                <c:pt idx="26">
                  <c:v>213s</c:v>
                </c:pt>
                <c:pt idx="27">
                  <c:v>222s</c:v>
                </c:pt>
                <c:pt idx="28">
                  <c:v>230s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2.5</c:v>
                </c:pt>
                <c:pt idx="6">
                  <c:v>2.4479166666666665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1.09375</c:v>
                </c:pt>
                <c:pt idx="13">
                  <c:v>2.8125</c:v>
                </c:pt>
                <c:pt idx="14">
                  <c:v>0.41666666666666669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1.8229166666666667</c:v>
                </c:pt>
                <c:pt idx="21">
                  <c:v>1.1458333333333335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2.65625</c:v>
                </c:pt>
                <c:pt idx="28">
                  <c:v>1.4583333333333333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A7E-BF4E-B26D-04C7C42B441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Sheet1!$A$2:$A$30</c:f>
              <c:strCache>
                <c:ptCount val="29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45s</c:v>
                </c:pt>
                <c:pt idx="6">
                  <c:v>53s</c:v>
                </c:pt>
                <c:pt idx="7">
                  <c:v>61s</c:v>
                </c:pt>
                <c:pt idx="8">
                  <c:v>69s</c:v>
                </c:pt>
                <c:pt idx="9">
                  <c:v>77s</c:v>
                </c:pt>
                <c:pt idx="10">
                  <c:v>85s</c:v>
                </c:pt>
                <c:pt idx="11">
                  <c:v>93s</c:v>
                </c:pt>
                <c:pt idx="12">
                  <c:v>101s</c:v>
                </c:pt>
                <c:pt idx="13">
                  <c:v>109s</c:v>
                </c:pt>
                <c:pt idx="14">
                  <c:v>118s</c:v>
                </c:pt>
                <c:pt idx="15">
                  <c:v>126s</c:v>
                </c:pt>
                <c:pt idx="16">
                  <c:v>133s</c:v>
                </c:pt>
                <c:pt idx="17">
                  <c:v>141s</c:v>
                </c:pt>
                <c:pt idx="18">
                  <c:v>149s</c:v>
                </c:pt>
                <c:pt idx="19">
                  <c:v>157s</c:v>
                </c:pt>
                <c:pt idx="20">
                  <c:v>165s</c:v>
                </c:pt>
                <c:pt idx="21">
                  <c:v>173s</c:v>
                </c:pt>
                <c:pt idx="22">
                  <c:v>181s</c:v>
                </c:pt>
                <c:pt idx="23">
                  <c:v>189s</c:v>
                </c:pt>
                <c:pt idx="24">
                  <c:v>197s</c:v>
                </c:pt>
                <c:pt idx="25">
                  <c:v>205s</c:v>
                </c:pt>
                <c:pt idx="26">
                  <c:v>213s</c:v>
                </c:pt>
                <c:pt idx="27">
                  <c:v>222s</c:v>
                </c:pt>
                <c:pt idx="28">
                  <c:v>230s</c:v>
                </c:pt>
              </c:strCache>
            </c:strRef>
          </c:cat>
          <c:val>
            <c:numRef>
              <c:f>Sheet1!$E$2:$E$30</c:f>
              <c:numCache>
                <c:formatCode>General</c:formatCode>
                <c:ptCount val="29"/>
                <c:pt idx="0">
                  <c:v>76.5625</c:v>
                </c:pt>
                <c:pt idx="1">
                  <c:v>85.972222222222214</c:v>
                </c:pt>
                <c:pt idx="2">
                  <c:v>90.763888888888872</c:v>
                </c:pt>
                <c:pt idx="3">
                  <c:v>93.020833333333329</c:v>
                </c:pt>
                <c:pt idx="4">
                  <c:v>96.215277777777786</c:v>
                </c:pt>
                <c:pt idx="5">
                  <c:v>48.263888888888893</c:v>
                </c:pt>
                <c:pt idx="6">
                  <c:v>33.472222222222229</c:v>
                </c:pt>
                <c:pt idx="7">
                  <c:v>79.756944444444443</c:v>
                </c:pt>
                <c:pt idx="8">
                  <c:v>87.048611111111114</c:v>
                </c:pt>
                <c:pt idx="9">
                  <c:v>89.270833333333343</c:v>
                </c:pt>
                <c:pt idx="10">
                  <c:v>93.020833333333329</c:v>
                </c:pt>
                <c:pt idx="11">
                  <c:v>93.402777777777786</c:v>
                </c:pt>
                <c:pt idx="12">
                  <c:v>48.4375</c:v>
                </c:pt>
                <c:pt idx="13">
                  <c:v>50.24305555555555</c:v>
                </c:pt>
                <c:pt idx="14">
                  <c:v>75.034722222222214</c:v>
                </c:pt>
                <c:pt idx="15">
                  <c:v>86.944444444444443</c:v>
                </c:pt>
                <c:pt idx="16">
                  <c:v>89.479166666666671</c:v>
                </c:pt>
                <c:pt idx="17">
                  <c:v>91.527777777777786</c:v>
                </c:pt>
                <c:pt idx="18">
                  <c:v>94.479166666666671</c:v>
                </c:pt>
                <c:pt idx="19">
                  <c:v>47.638888888888886</c:v>
                </c:pt>
                <c:pt idx="20">
                  <c:v>50.277777777777779</c:v>
                </c:pt>
                <c:pt idx="21">
                  <c:v>69.548611111111114</c:v>
                </c:pt>
                <c:pt idx="22">
                  <c:v>86.527777777777771</c:v>
                </c:pt>
                <c:pt idx="23">
                  <c:v>89.687500000000014</c:v>
                </c:pt>
                <c:pt idx="24">
                  <c:v>92.361111111111114</c:v>
                </c:pt>
                <c:pt idx="25">
                  <c:v>94.409722222222214</c:v>
                </c:pt>
                <c:pt idx="26">
                  <c:v>52.638888888888893</c:v>
                </c:pt>
                <c:pt idx="27">
                  <c:v>50.24305555555555</c:v>
                </c:pt>
                <c:pt idx="28">
                  <c:v>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A7E-BF4E-B26D-04C7C42B44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Sheet1!$A$2:$A$30</c:f>
              <c:strCache>
                <c:ptCount val="29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45s</c:v>
                </c:pt>
                <c:pt idx="6">
                  <c:v>53s</c:v>
                </c:pt>
                <c:pt idx="7">
                  <c:v>61s</c:v>
                </c:pt>
                <c:pt idx="8">
                  <c:v>69s</c:v>
                </c:pt>
                <c:pt idx="9">
                  <c:v>77s</c:v>
                </c:pt>
                <c:pt idx="10">
                  <c:v>85s</c:v>
                </c:pt>
                <c:pt idx="11">
                  <c:v>93s</c:v>
                </c:pt>
                <c:pt idx="12">
                  <c:v>101s</c:v>
                </c:pt>
                <c:pt idx="13">
                  <c:v>109s</c:v>
                </c:pt>
                <c:pt idx="14">
                  <c:v>118s</c:v>
                </c:pt>
                <c:pt idx="15">
                  <c:v>126s</c:v>
                </c:pt>
                <c:pt idx="16">
                  <c:v>133s</c:v>
                </c:pt>
                <c:pt idx="17">
                  <c:v>141s</c:v>
                </c:pt>
                <c:pt idx="18">
                  <c:v>149s</c:v>
                </c:pt>
                <c:pt idx="19">
                  <c:v>157s</c:v>
                </c:pt>
                <c:pt idx="20">
                  <c:v>165s</c:v>
                </c:pt>
                <c:pt idx="21">
                  <c:v>173s</c:v>
                </c:pt>
                <c:pt idx="22">
                  <c:v>181s</c:v>
                </c:pt>
                <c:pt idx="23">
                  <c:v>189s</c:v>
                </c:pt>
                <c:pt idx="24">
                  <c:v>197s</c:v>
                </c:pt>
                <c:pt idx="25">
                  <c:v>205s</c:v>
                </c:pt>
                <c:pt idx="26">
                  <c:v>213s</c:v>
                </c:pt>
                <c:pt idx="27">
                  <c:v>222s</c:v>
                </c:pt>
                <c:pt idx="28">
                  <c:v>230s</c:v>
                </c:pt>
              </c:strCache>
            </c: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3.8828125</c:v>
                </c:pt>
                <c:pt idx="1">
                  <c:v>3.8828125</c:v>
                </c:pt>
                <c:pt idx="2">
                  <c:v>3.8828125</c:v>
                </c:pt>
                <c:pt idx="3">
                  <c:v>3.8828125</c:v>
                </c:pt>
                <c:pt idx="4">
                  <c:v>0</c:v>
                </c:pt>
                <c:pt idx="5">
                  <c:v>3.8177083333333335</c:v>
                </c:pt>
                <c:pt idx="6">
                  <c:v>3.84375</c:v>
                </c:pt>
                <c:pt idx="7">
                  <c:v>3.794270833333333</c:v>
                </c:pt>
                <c:pt idx="8">
                  <c:v>3.794270833333333</c:v>
                </c:pt>
                <c:pt idx="9">
                  <c:v>3.794270833333333</c:v>
                </c:pt>
                <c:pt idx="10">
                  <c:v>3.794270833333333</c:v>
                </c:pt>
                <c:pt idx="11">
                  <c:v>3.794270833333333</c:v>
                </c:pt>
                <c:pt idx="12">
                  <c:v>3.8098958333333335</c:v>
                </c:pt>
                <c:pt idx="13">
                  <c:v>3.8671875</c:v>
                </c:pt>
                <c:pt idx="14">
                  <c:v>3.8411458333333335</c:v>
                </c:pt>
                <c:pt idx="15">
                  <c:v>3.8411458333333335</c:v>
                </c:pt>
                <c:pt idx="16">
                  <c:v>3.8411458333333335</c:v>
                </c:pt>
                <c:pt idx="17">
                  <c:v>3.8411458333333335</c:v>
                </c:pt>
                <c:pt idx="18">
                  <c:v>3.8411458333333335</c:v>
                </c:pt>
                <c:pt idx="19">
                  <c:v>3.8411458333333335</c:v>
                </c:pt>
                <c:pt idx="20">
                  <c:v>3.885416666666667</c:v>
                </c:pt>
                <c:pt idx="21">
                  <c:v>3.885416666666667</c:v>
                </c:pt>
                <c:pt idx="22">
                  <c:v>3.885416666666667</c:v>
                </c:pt>
                <c:pt idx="23">
                  <c:v>3.885416666666667</c:v>
                </c:pt>
                <c:pt idx="24">
                  <c:v>3.885416666666667</c:v>
                </c:pt>
                <c:pt idx="25">
                  <c:v>3.885416666666667</c:v>
                </c:pt>
                <c:pt idx="26">
                  <c:v>3.885416666666667</c:v>
                </c:pt>
                <c:pt idx="27">
                  <c:v>3.888020833333333</c:v>
                </c:pt>
                <c:pt idx="28">
                  <c:v>3.885416666666667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EAF-1B44-9667-544AA699BF2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Sheet1!$A$2:$A$30</c:f>
              <c:strCache>
                <c:ptCount val="29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45s</c:v>
                </c:pt>
                <c:pt idx="6">
                  <c:v>53s</c:v>
                </c:pt>
                <c:pt idx="7">
                  <c:v>61s</c:v>
                </c:pt>
                <c:pt idx="8">
                  <c:v>69s</c:v>
                </c:pt>
                <c:pt idx="9">
                  <c:v>77s</c:v>
                </c:pt>
                <c:pt idx="10">
                  <c:v>85s</c:v>
                </c:pt>
                <c:pt idx="11">
                  <c:v>93s</c:v>
                </c:pt>
                <c:pt idx="12">
                  <c:v>101s</c:v>
                </c:pt>
                <c:pt idx="13">
                  <c:v>109s</c:v>
                </c:pt>
                <c:pt idx="14">
                  <c:v>118s</c:v>
                </c:pt>
                <c:pt idx="15">
                  <c:v>126s</c:v>
                </c:pt>
                <c:pt idx="16">
                  <c:v>133s</c:v>
                </c:pt>
                <c:pt idx="17">
                  <c:v>141s</c:v>
                </c:pt>
                <c:pt idx="18">
                  <c:v>149s</c:v>
                </c:pt>
                <c:pt idx="19">
                  <c:v>157s</c:v>
                </c:pt>
                <c:pt idx="20">
                  <c:v>165s</c:v>
                </c:pt>
                <c:pt idx="21">
                  <c:v>173s</c:v>
                </c:pt>
                <c:pt idx="22">
                  <c:v>181s</c:v>
                </c:pt>
                <c:pt idx="23">
                  <c:v>189s</c:v>
                </c:pt>
                <c:pt idx="24">
                  <c:v>197s</c:v>
                </c:pt>
                <c:pt idx="25">
                  <c:v>205s</c:v>
                </c:pt>
                <c:pt idx="26">
                  <c:v>213s</c:v>
                </c:pt>
                <c:pt idx="27">
                  <c:v>222s</c:v>
                </c:pt>
                <c:pt idx="28">
                  <c:v>230s</c:v>
                </c:pt>
              </c:strCache>
            </c:strRef>
          </c:cat>
          <c:val>
            <c:numRef>
              <c:f>Sheet1!$C$2:$C$30</c:f>
              <c:numCache>
                <c:formatCode>General</c:formatCode>
                <c:ptCount val="29"/>
                <c:pt idx="0">
                  <c:v>12.1484375</c:v>
                </c:pt>
                <c:pt idx="1">
                  <c:v>12.1484375</c:v>
                </c:pt>
                <c:pt idx="2">
                  <c:v>12.1484375</c:v>
                </c:pt>
                <c:pt idx="3">
                  <c:v>12.1484375</c:v>
                </c:pt>
                <c:pt idx="4">
                  <c:v>0</c:v>
                </c:pt>
                <c:pt idx="5">
                  <c:v>12.1875</c:v>
                </c:pt>
                <c:pt idx="6">
                  <c:v>12.268229166666666</c:v>
                </c:pt>
                <c:pt idx="7">
                  <c:v>12.309895833333334</c:v>
                </c:pt>
                <c:pt idx="8">
                  <c:v>12.309895833333334</c:v>
                </c:pt>
                <c:pt idx="9">
                  <c:v>12.309895833333334</c:v>
                </c:pt>
                <c:pt idx="10">
                  <c:v>12.309895833333334</c:v>
                </c:pt>
                <c:pt idx="11">
                  <c:v>12.309895833333334</c:v>
                </c:pt>
                <c:pt idx="12">
                  <c:v>12.315104166666666</c:v>
                </c:pt>
                <c:pt idx="13">
                  <c:v>12.3984375</c:v>
                </c:pt>
                <c:pt idx="14">
                  <c:v>12.466145833333332</c:v>
                </c:pt>
                <c:pt idx="15">
                  <c:v>12.466145833333332</c:v>
                </c:pt>
                <c:pt idx="16">
                  <c:v>12.466145833333332</c:v>
                </c:pt>
                <c:pt idx="17">
                  <c:v>12.466145833333332</c:v>
                </c:pt>
                <c:pt idx="18">
                  <c:v>12.466145833333332</c:v>
                </c:pt>
                <c:pt idx="19">
                  <c:v>12.466145833333332</c:v>
                </c:pt>
                <c:pt idx="20">
                  <c:v>12.544270833333334</c:v>
                </c:pt>
                <c:pt idx="21">
                  <c:v>12.627604166666668</c:v>
                </c:pt>
                <c:pt idx="22">
                  <c:v>12.627604166666668</c:v>
                </c:pt>
                <c:pt idx="23">
                  <c:v>12.627604166666668</c:v>
                </c:pt>
                <c:pt idx="24">
                  <c:v>12.627604166666668</c:v>
                </c:pt>
                <c:pt idx="25">
                  <c:v>12.627604166666668</c:v>
                </c:pt>
                <c:pt idx="26">
                  <c:v>12.627604166666668</c:v>
                </c:pt>
                <c:pt idx="27">
                  <c:v>12.7109375</c:v>
                </c:pt>
                <c:pt idx="28">
                  <c:v>12.791666666666664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EAF-1B44-9667-544AA699BF2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Sheet1!$A$2:$A$30</c:f>
              <c:strCache>
                <c:ptCount val="29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45s</c:v>
                </c:pt>
                <c:pt idx="6">
                  <c:v>53s</c:v>
                </c:pt>
                <c:pt idx="7">
                  <c:v>61s</c:v>
                </c:pt>
                <c:pt idx="8">
                  <c:v>69s</c:v>
                </c:pt>
                <c:pt idx="9">
                  <c:v>77s</c:v>
                </c:pt>
                <c:pt idx="10">
                  <c:v>85s</c:v>
                </c:pt>
                <c:pt idx="11">
                  <c:v>93s</c:v>
                </c:pt>
                <c:pt idx="12">
                  <c:v>101s</c:v>
                </c:pt>
                <c:pt idx="13">
                  <c:v>109s</c:v>
                </c:pt>
                <c:pt idx="14">
                  <c:v>118s</c:v>
                </c:pt>
                <c:pt idx="15">
                  <c:v>126s</c:v>
                </c:pt>
                <c:pt idx="16">
                  <c:v>133s</c:v>
                </c:pt>
                <c:pt idx="17">
                  <c:v>141s</c:v>
                </c:pt>
                <c:pt idx="18">
                  <c:v>149s</c:v>
                </c:pt>
                <c:pt idx="19">
                  <c:v>157s</c:v>
                </c:pt>
                <c:pt idx="20">
                  <c:v>165s</c:v>
                </c:pt>
                <c:pt idx="21">
                  <c:v>173s</c:v>
                </c:pt>
                <c:pt idx="22">
                  <c:v>181s</c:v>
                </c:pt>
                <c:pt idx="23">
                  <c:v>189s</c:v>
                </c:pt>
                <c:pt idx="24">
                  <c:v>197s</c:v>
                </c:pt>
                <c:pt idx="25">
                  <c:v>205s</c:v>
                </c:pt>
                <c:pt idx="26">
                  <c:v>213s</c:v>
                </c:pt>
                <c:pt idx="27">
                  <c:v>222s</c:v>
                </c:pt>
                <c:pt idx="28">
                  <c:v>230s</c:v>
                </c:pt>
              </c:strCache>
            </c:strRef>
          </c:cat>
          <c:val>
            <c:numRef>
              <c:f>Sheet1!$D$2:$D$30</c:f>
              <c:numCache>
                <c:formatCode>General</c:formatCode>
                <c:ptCount val="29"/>
                <c:pt idx="0">
                  <c:v>2.0833333333333336E-2</c:v>
                </c:pt>
                <c:pt idx="1">
                  <c:v>2.0833333333333336E-2</c:v>
                </c:pt>
                <c:pt idx="2">
                  <c:v>2.0833333333333336E-2</c:v>
                </c:pt>
                <c:pt idx="3">
                  <c:v>2.0833333333333336E-2</c:v>
                </c:pt>
                <c:pt idx="4">
                  <c:v>0</c:v>
                </c:pt>
                <c:pt idx="5">
                  <c:v>2.0833333333333336E-2</c:v>
                </c:pt>
                <c:pt idx="6">
                  <c:v>2.0833333333333336E-2</c:v>
                </c:pt>
                <c:pt idx="7">
                  <c:v>2.0833333333333336E-2</c:v>
                </c:pt>
                <c:pt idx="8">
                  <c:v>2.0833333333333336E-2</c:v>
                </c:pt>
                <c:pt idx="9">
                  <c:v>2.0833333333333336E-2</c:v>
                </c:pt>
                <c:pt idx="10">
                  <c:v>2.0833333333333336E-2</c:v>
                </c:pt>
                <c:pt idx="11">
                  <c:v>2.0833333333333336E-2</c:v>
                </c:pt>
                <c:pt idx="12">
                  <c:v>2.0833333333333336E-2</c:v>
                </c:pt>
                <c:pt idx="13">
                  <c:v>2.0833333333333336E-2</c:v>
                </c:pt>
                <c:pt idx="14">
                  <c:v>2.0833333333333336E-2</c:v>
                </c:pt>
                <c:pt idx="15">
                  <c:v>2.0833333333333336E-2</c:v>
                </c:pt>
                <c:pt idx="16">
                  <c:v>2.0833333333333336E-2</c:v>
                </c:pt>
                <c:pt idx="17">
                  <c:v>2.0833333333333336E-2</c:v>
                </c:pt>
                <c:pt idx="18">
                  <c:v>2.0833333333333336E-2</c:v>
                </c:pt>
                <c:pt idx="19">
                  <c:v>2.0833333333333336E-2</c:v>
                </c:pt>
                <c:pt idx="20">
                  <c:v>2.0833333333333336E-2</c:v>
                </c:pt>
                <c:pt idx="21">
                  <c:v>2.0833333333333336E-2</c:v>
                </c:pt>
                <c:pt idx="22">
                  <c:v>2.0833333333333336E-2</c:v>
                </c:pt>
                <c:pt idx="23">
                  <c:v>2.0833333333333336E-2</c:v>
                </c:pt>
                <c:pt idx="24">
                  <c:v>2.0833333333333336E-2</c:v>
                </c:pt>
                <c:pt idx="25">
                  <c:v>2.0833333333333336E-2</c:v>
                </c:pt>
                <c:pt idx="26">
                  <c:v>2.0833333333333336E-2</c:v>
                </c:pt>
                <c:pt idx="27">
                  <c:v>2.0833333333333336E-2</c:v>
                </c:pt>
                <c:pt idx="28">
                  <c:v>2.0833333333333336E-2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EAF-1B44-9667-544AA699BF2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Sheet1!$A$2:$A$30</c:f>
              <c:strCache>
                <c:ptCount val="29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45s</c:v>
                </c:pt>
                <c:pt idx="6">
                  <c:v>53s</c:v>
                </c:pt>
                <c:pt idx="7">
                  <c:v>61s</c:v>
                </c:pt>
                <c:pt idx="8">
                  <c:v>69s</c:v>
                </c:pt>
                <c:pt idx="9">
                  <c:v>77s</c:v>
                </c:pt>
                <c:pt idx="10">
                  <c:v>85s</c:v>
                </c:pt>
                <c:pt idx="11">
                  <c:v>93s</c:v>
                </c:pt>
                <c:pt idx="12">
                  <c:v>101s</c:v>
                </c:pt>
                <c:pt idx="13">
                  <c:v>109s</c:v>
                </c:pt>
                <c:pt idx="14">
                  <c:v>118s</c:v>
                </c:pt>
                <c:pt idx="15">
                  <c:v>126s</c:v>
                </c:pt>
                <c:pt idx="16">
                  <c:v>133s</c:v>
                </c:pt>
                <c:pt idx="17">
                  <c:v>141s</c:v>
                </c:pt>
                <c:pt idx="18">
                  <c:v>149s</c:v>
                </c:pt>
                <c:pt idx="19">
                  <c:v>157s</c:v>
                </c:pt>
                <c:pt idx="20">
                  <c:v>165s</c:v>
                </c:pt>
                <c:pt idx="21">
                  <c:v>173s</c:v>
                </c:pt>
                <c:pt idx="22">
                  <c:v>181s</c:v>
                </c:pt>
                <c:pt idx="23">
                  <c:v>189s</c:v>
                </c:pt>
                <c:pt idx="24">
                  <c:v>197s</c:v>
                </c:pt>
                <c:pt idx="25">
                  <c:v>205s</c:v>
                </c:pt>
                <c:pt idx="26">
                  <c:v>213s</c:v>
                </c:pt>
                <c:pt idx="27">
                  <c:v>222s</c:v>
                </c:pt>
                <c:pt idx="28">
                  <c:v>230s</c:v>
                </c:pt>
              </c:strCache>
            </c:strRef>
          </c:cat>
          <c:val>
            <c:numRef>
              <c:f>Sheet1!$E$2:$E$30</c:f>
              <c:numCache>
                <c:formatCode>General</c:formatCode>
                <c:ptCount val="29"/>
                <c:pt idx="0">
                  <c:v>1.3784722222222223</c:v>
                </c:pt>
                <c:pt idx="1">
                  <c:v>1.3836805555555556</c:v>
                </c:pt>
                <c:pt idx="2">
                  <c:v>1.390625</c:v>
                </c:pt>
                <c:pt idx="3">
                  <c:v>1.3940972222222221</c:v>
                </c:pt>
                <c:pt idx="4">
                  <c:v>1.4097222222222221</c:v>
                </c:pt>
                <c:pt idx="5">
                  <c:v>1.4149305555555556</c:v>
                </c:pt>
                <c:pt idx="6">
                  <c:v>1.390625</c:v>
                </c:pt>
                <c:pt idx="7">
                  <c:v>1.3802083333333333</c:v>
                </c:pt>
                <c:pt idx="8">
                  <c:v>1.3871527777777777</c:v>
                </c:pt>
                <c:pt idx="9">
                  <c:v>1.390625</c:v>
                </c:pt>
                <c:pt idx="10">
                  <c:v>1.395833333333333</c:v>
                </c:pt>
                <c:pt idx="11">
                  <c:v>1.4045138888888888</c:v>
                </c:pt>
                <c:pt idx="12">
                  <c:v>1.4149305555555556</c:v>
                </c:pt>
                <c:pt idx="13">
                  <c:v>1.3888888888888888</c:v>
                </c:pt>
                <c:pt idx="14">
                  <c:v>1.3767361111111109</c:v>
                </c:pt>
                <c:pt idx="15">
                  <c:v>1.3854166666666667</c:v>
                </c:pt>
                <c:pt idx="16">
                  <c:v>1.390625</c:v>
                </c:pt>
                <c:pt idx="17">
                  <c:v>1.3975694444444444</c:v>
                </c:pt>
                <c:pt idx="18">
                  <c:v>1.4010416666666667</c:v>
                </c:pt>
                <c:pt idx="19">
                  <c:v>1.4131944444444444</c:v>
                </c:pt>
                <c:pt idx="20">
                  <c:v>1.3923611111111112</c:v>
                </c:pt>
                <c:pt idx="21">
                  <c:v>1.3715277777777777</c:v>
                </c:pt>
                <c:pt idx="22">
                  <c:v>1.3836805555555556</c:v>
                </c:pt>
                <c:pt idx="23">
                  <c:v>1.3888888888888888</c:v>
                </c:pt>
                <c:pt idx="24">
                  <c:v>1.3940972222222221</c:v>
                </c:pt>
                <c:pt idx="25">
                  <c:v>1.4010416666666667</c:v>
                </c:pt>
                <c:pt idx="26">
                  <c:v>1.4114583333333335</c:v>
                </c:pt>
                <c:pt idx="27">
                  <c:v>1.3888888888888888</c:v>
                </c:pt>
                <c:pt idx="28">
                  <c:v>1.359375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EAF-1B44-9667-544AA699BF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certs/s</c:v>
                </c:pt>
              </c:strCache>
            </c:strRef>
          </c:tx>
          <c:spPr>
            <a:ln w="22225">
              <a:solidFill>
                <a:srgbClr val="2F5FD0"/>
              </a:solidFill>
            </a:ln>
          </c:spPr>
          <c:cat>
            <c:strRef>
              <c:f>Sheet1!$A$2:$A$5</c:f>
              <c:strCache>
                <c:ptCount val="4"/>
                <c:pt idx="0">
                  <c:v>192</c:v>
                </c:pt>
                <c:pt idx="1">
                  <c:v>288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5451</c:v>
                </c:pt>
                <c:pt idx="1">
                  <c:v>7634</c:v>
                </c:pt>
                <c:pt idx="2">
                  <c:v>9734</c:v>
                </c:pt>
                <c:pt idx="3">
                  <c:v>10346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11-8A48-A64A-C881D49324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Sheet1!$A$2:$A$5</c:f>
              <c:strCache>
                <c:ptCount val="4"/>
                <c:pt idx="0">
                  <c:v>192</c:v>
                </c:pt>
                <c:pt idx="1">
                  <c:v>288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32.840000000000003</c:v>
                </c:pt>
                <c:pt idx="1">
                  <c:v>35.93</c:v>
                </c:pt>
                <c:pt idx="2">
                  <c:v>35.049999999999997</c:v>
                </c:pt>
                <c:pt idx="3">
                  <c:v>38.57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ED0-AA4C-BA51-0799706D67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p90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Sheet1!$A$2:$A$5</c:f>
              <c:strCache>
                <c:ptCount val="4"/>
                <c:pt idx="0">
                  <c:v>192</c:v>
                </c:pt>
                <c:pt idx="1">
                  <c:v>288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42.43</c:v>
                </c:pt>
                <c:pt idx="1">
                  <c:v>48.11</c:v>
                </c:pt>
                <c:pt idx="2">
                  <c:v>54.2</c:v>
                </c:pt>
                <c:pt idx="3">
                  <c:v>72.78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ED0-AA4C-BA51-0799706D67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p95</c:v>
                </c:pt>
              </c:strCache>
            </c:strRef>
          </c:tx>
          <c:spPr>
            <a:ln w="22225">
              <a:solidFill>
                <a:srgbClr val="BD7D1C"/>
              </a:solidFill>
            </a:ln>
          </c:spPr>
          <c:cat>
            <c:strRef>
              <c:f>Sheet1!$A$2:$A$5</c:f>
              <c:strCache>
                <c:ptCount val="4"/>
                <c:pt idx="0">
                  <c:v>192</c:v>
                </c:pt>
                <c:pt idx="1">
                  <c:v>288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45.59</c:v>
                </c:pt>
                <c:pt idx="1">
                  <c:v>52.02</c:v>
                </c:pt>
                <c:pt idx="2">
                  <c:v>61.42</c:v>
                </c:pt>
                <c:pt idx="3">
                  <c:v>81.52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ED0-AA4C-BA51-0799706D678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p99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Sheet1!$A$2:$A$5</c:f>
              <c:strCache>
                <c:ptCount val="4"/>
                <c:pt idx="0">
                  <c:v>192</c:v>
                </c:pt>
                <c:pt idx="1">
                  <c:v>288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52.2</c:v>
                </c:pt>
                <c:pt idx="1">
                  <c:v>60.64</c:v>
                </c:pt>
                <c:pt idx="2">
                  <c:v>80.67</c:v>
                </c:pt>
                <c:pt idx="3">
                  <c:v>102.05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ED0-AA4C-BA51-0799706D678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max</c:v>
                </c:pt>
              </c:strCache>
            </c:strRef>
          </c:tx>
          <c:spPr>
            <a:ln w="22225">
              <a:solidFill>
                <a:srgbClr val="7259C9"/>
              </a:solidFill>
            </a:ln>
          </c:spPr>
          <c:cat>
            <c:strRef>
              <c:f>Sheet1!$A$2:$A$5</c:f>
              <c:strCache>
                <c:ptCount val="4"/>
                <c:pt idx="0">
                  <c:v>192</c:v>
                </c:pt>
                <c:pt idx="1">
                  <c:v>288</c:v>
                </c:pt>
                <c:pt idx="2">
                  <c:v>384</c:v>
                </c:pt>
                <c:pt idx="3">
                  <c:v>480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164.92</c:v>
                </c:pt>
                <c:pt idx="1">
                  <c:v>198.27</c:v>
                </c:pt>
                <c:pt idx="2">
                  <c:v>218.78</c:v>
                </c:pt>
                <c:pt idx="3">
                  <c:v>263.19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ED0-AA4C-BA51-0799706D67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Sheet1!$A$2:$A$143</c:f>
              <c:strCache>
                <c:ptCount val="142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  <c:pt idx="7">
                  <c:v>56s</c:v>
                </c:pt>
                <c:pt idx="8">
                  <c:v>64s</c:v>
                </c:pt>
                <c:pt idx="9">
                  <c:v>72s</c:v>
                </c:pt>
                <c:pt idx="10">
                  <c:v>80s</c:v>
                </c:pt>
                <c:pt idx="11">
                  <c:v>88s</c:v>
                </c:pt>
                <c:pt idx="12">
                  <c:v>97s</c:v>
                </c:pt>
                <c:pt idx="13">
                  <c:v>104s</c:v>
                </c:pt>
                <c:pt idx="14">
                  <c:v>113s</c:v>
                </c:pt>
                <c:pt idx="15">
                  <c:v>121s</c:v>
                </c:pt>
                <c:pt idx="16">
                  <c:v>129s</c:v>
                </c:pt>
                <c:pt idx="17">
                  <c:v>137s</c:v>
                </c:pt>
                <c:pt idx="18">
                  <c:v>145s</c:v>
                </c:pt>
                <c:pt idx="19">
                  <c:v>153s</c:v>
                </c:pt>
                <c:pt idx="20">
                  <c:v>161s</c:v>
                </c:pt>
                <c:pt idx="21">
                  <c:v>169s</c:v>
                </c:pt>
                <c:pt idx="22">
                  <c:v>177s</c:v>
                </c:pt>
                <c:pt idx="23">
                  <c:v>185s</c:v>
                </c:pt>
                <c:pt idx="24">
                  <c:v>194s</c:v>
                </c:pt>
                <c:pt idx="25">
                  <c:v>202s</c:v>
                </c:pt>
                <c:pt idx="26">
                  <c:v>210s</c:v>
                </c:pt>
                <c:pt idx="27">
                  <c:v>218s</c:v>
                </c:pt>
                <c:pt idx="28">
                  <c:v>226s</c:v>
                </c:pt>
                <c:pt idx="29">
                  <c:v>234s</c:v>
                </c:pt>
                <c:pt idx="30">
                  <c:v>242s</c:v>
                </c:pt>
                <c:pt idx="31">
                  <c:v>250s</c:v>
                </c:pt>
                <c:pt idx="32">
                  <c:v>259s</c:v>
                </c:pt>
                <c:pt idx="33">
                  <c:v>267s</c:v>
                </c:pt>
                <c:pt idx="34">
                  <c:v>275s</c:v>
                </c:pt>
                <c:pt idx="35">
                  <c:v>283s</c:v>
                </c:pt>
                <c:pt idx="36">
                  <c:v>291s</c:v>
                </c:pt>
                <c:pt idx="37">
                  <c:v>298s</c:v>
                </c:pt>
                <c:pt idx="38">
                  <c:v>306s</c:v>
                </c:pt>
                <c:pt idx="39">
                  <c:v>314s</c:v>
                </c:pt>
                <c:pt idx="40">
                  <c:v>323s</c:v>
                </c:pt>
                <c:pt idx="41">
                  <c:v>330s</c:v>
                </c:pt>
                <c:pt idx="42">
                  <c:v>339s</c:v>
                </c:pt>
                <c:pt idx="43">
                  <c:v>346s</c:v>
                </c:pt>
                <c:pt idx="44">
                  <c:v>355s</c:v>
                </c:pt>
                <c:pt idx="45">
                  <c:v>363s</c:v>
                </c:pt>
                <c:pt idx="46">
                  <c:v>371s</c:v>
                </c:pt>
                <c:pt idx="47">
                  <c:v>379s</c:v>
                </c:pt>
                <c:pt idx="48">
                  <c:v>387s</c:v>
                </c:pt>
                <c:pt idx="49">
                  <c:v>395s</c:v>
                </c:pt>
                <c:pt idx="50">
                  <c:v>403s</c:v>
                </c:pt>
                <c:pt idx="51">
                  <c:v>411s</c:v>
                </c:pt>
                <c:pt idx="52">
                  <c:v>419s</c:v>
                </c:pt>
                <c:pt idx="53">
                  <c:v>427s</c:v>
                </c:pt>
                <c:pt idx="54">
                  <c:v>435s</c:v>
                </c:pt>
                <c:pt idx="55">
                  <c:v>443s</c:v>
                </c:pt>
                <c:pt idx="56">
                  <c:v>451s</c:v>
                </c:pt>
                <c:pt idx="57">
                  <c:v>459s</c:v>
                </c:pt>
                <c:pt idx="58">
                  <c:v>467s</c:v>
                </c:pt>
                <c:pt idx="59">
                  <c:v>475s</c:v>
                </c:pt>
                <c:pt idx="60">
                  <c:v>483s</c:v>
                </c:pt>
                <c:pt idx="61">
                  <c:v>491s</c:v>
                </c:pt>
                <c:pt idx="62">
                  <c:v>500s</c:v>
                </c:pt>
                <c:pt idx="63">
                  <c:v>508s</c:v>
                </c:pt>
                <c:pt idx="64">
                  <c:v>516s</c:v>
                </c:pt>
                <c:pt idx="65">
                  <c:v>524s</c:v>
                </c:pt>
                <c:pt idx="66">
                  <c:v>532s</c:v>
                </c:pt>
                <c:pt idx="67">
                  <c:v>540s</c:v>
                </c:pt>
                <c:pt idx="68">
                  <c:v>548s</c:v>
                </c:pt>
                <c:pt idx="69">
                  <c:v>556s</c:v>
                </c:pt>
                <c:pt idx="70">
                  <c:v>564s</c:v>
                </c:pt>
                <c:pt idx="71">
                  <c:v>572s</c:v>
                </c:pt>
                <c:pt idx="72">
                  <c:v>580s</c:v>
                </c:pt>
                <c:pt idx="73">
                  <c:v>588s</c:v>
                </c:pt>
                <c:pt idx="74">
                  <c:v>596s</c:v>
                </c:pt>
                <c:pt idx="75">
                  <c:v>604s</c:v>
                </c:pt>
                <c:pt idx="76">
                  <c:v>612s</c:v>
                </c:pt>
                <c:pt idx="77">
                  <c:v>620s</c:v>
                </c:pt>
                <c:pt idx="78">
                  <c:v>628s</c:v>
                </c:pt>
                <c:pt idx="79">
                  <c:v>637s</c:v>
                </c:pt>
                <c:pt idx="80">
                  <c:v>645s</c:v>
                </c:pt>
                <c:pt idx="81">
                  <c:v>653s</c:v>
                </c:pt>
                <c:pt idx="82">
                  <c:v>661s</c:v>
                </c:pt>
                <c:pt idx="83">
                  <c:v>669s</c:v>
                </c:pt>
                <c:pt idx="84">
                  <c:v>677s</c:v>
                </c:pt>
                <c:pt idx="85">
                  <c:v>685s</c:v>
                </c:pt>
                <c:pt idx="86">
                  <c:v>693s</c:v>
                </c:pt>
                <c:pt idx="87">
                  <c:v>701s</c:v>
                </c:pt>
                <c:pt idx="88">
                  <c:v>709s</c:v>
                </c:pt>
                <c:pt idx="89">
                  <c:v>717s</c:v>
                </c:pt>
                <c:pt idx="90">
                  <c:v>725s</c:v>
                </c:pt>
                <c:pt idx="91">
                  <c:v>733s</c:v>
                </c:pt>
                <c:pt idx="92">
                  <c:v>741s</c:v>
                </c:pt>
                <c:pt idx="93">
                  <c:v>749s</c:v>
                </c:pt>
                <c:pt idx="94">
                  <c:v>758s</c:v>
                </c:pt>
                <c:pt idx="95">
                  <c:v>766s</c:v>
                </c:pt>
                <c:pt idx="96">
                  <c:v>774s</c:v>
                </c:pt>
                <c:pt idx="97">
                  <c:v>782s</c:v>
                </c:pt>
                <c:pt idx="98">
                  <c:v>790s</c:v>
                </c:pt>
                <c:pt idx="99">
                  <c:v>798s</c:v>
                </c:pt>
                <c:pt idx="100">
                  <c:v>806s</c:v>
                </c:pt>
                <c:pt idx="101">
                  <c:v>814s</c:v>
                </c:pt>
                <c:pt idx="102">
                  <c:v>822s</c:v>
                </c:pt>
                <c:pt idx="103">
                  <c:v>830s</c:v>
                </c:pt>
                <c:pt idx="104">
                  <c:v>839s</c:v>
                </c:pt>
                <c:pt idx="105">
                  <c:v>847s</c:v>
                </c:pt>
                <c:pt idx="106">
                  <c:v>855s</c:v>
                </c:pt>
                <c:pt idx="107">
                  <c:v>863s</c:v>
                </c:pt>
                <c:pt idx="108">
                  <c:v>871s</c:v>
                </c:pt>
                <c:pt idx="109">
                  <c:v>878s</c:v>
                </c:pt>
                <c:pt idx="110">
                  <c:v>886s</c:v>
                </c:pt>
                <c:pt idx="111">
                  <c:v>894s</c:v>
                </c:pt>
                <c:pt idx="112">
                  <c:v>902s</c:v>
                </c:pt>
                <c:pt idx="113">
                  <c:v>910s</c:v>
                </c:pt>
                <c:pt idx="114">
                  <c:v>918s</c:v>
                </c:pt>
                <c:pt idx="115">
                  <c:v>926s</c:v>
                </c:pt>
                <c:pt idx="116">
                  <c:v>935s</c:v>
                </c:pt>
                <c:pt idx="117">
                  <c:v>943s</c:v>
                </c:pt>
                <c:pt idx="118">
                  <c:v>951s</c:v>
                </c:pt>
                <c:pt idx="119">
                  <c:v>959s</c:v>
                </c:pt>
                <c:pt idx="120">
                  <c:v>967s</c:v>
                </c:pt>
                <c:pt idx="121">
                  <c:v>975s</c:v>
                </c:pt>
                <c:pt idx="122">
                  <c:v>983s</c:v>
                </c:pt>
                <c:pt idx="123">
                  <c:v>991s</c:v>
                </c:pt>
                <c:pt idx="124">
                  <c:v>999s</c:v>
                </c:pt>
                <c:pt idx="125">
                  <c:v>1007s</c:v>
                </c:pt>
                <c:pt idx="126">
                  <c:v>1015s</c:v>
                </c:pt>
                <c:pt idx="127">
                  <c:v>1023s</c:v>
                </c:pt>
                <c:pt idx="128">
                  <c:v>1031s</c:v>
                </c:pt>
                <c:pt idx="129">
                  <c:v>1039s</c:v>
                </c:pt>
                <c:pt idx="130">
                  <c:v>1047s</c:v>
                </c:pt>
                <c:pt idx="131">
                  <c:v>1056s</c:v>
                </c:pt>
                <c:pt idx="132">
                  <c:v>1064s</c:v>
                </c:pt>
                <c:pt idx="133">
                  <c:v>1072s</c:v>
                </c:pt>
                <c:pt idx="134">
                  <c:v>1080s</c:v>
                </c:pt>
                <c:pt idx="135">
                  <c:v>1088s</c:v>
                </c:pt>
                <c:pt idx="136">
                  <c:v>1096s</c:v>
                </c:pt>
                <c:pt idx="137">
                  <c:v>1104s</c:v>
                </c:pt>
                <c:pt idx="138">
                  <c:v>1112s</c:v>
                </c:pt>
                <c:pt idx="139">
                  <c:v>1121s</c:v>
                </c:pt>
                <c:pt idx="140">
                  <c:v>1129s</c:v>
                </c:pt>
                <c:pt idx="141">
                  <c:v>1136s</c:v>
                </c:pt>
              </c:strCache>
            </c:strRef>
          </c:cat>
          <c:val>
            <c:numRef>
              <c:f>Sheet1!$B$2:$B$143</c:f>
              <c:numCache>
                <c:formatCode>General</c:formatCode>
                <c:ptCount val="14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62.239583333333336</c:v>
                </c:pt>
                <c:pt idx="31">
                  <c:v>33.697916666666664</c:v>
                </c:pt>
                <c:pt idx="32">
                  <c:v>0</c:v>
                </c:pt>
                <c:pt idx="33">
                  <c:v>0</c:v>
                </c:pt>
                <c:pt idx="34">
                  <c:v>63.177083333333329</c:v>
                </c:pt>
                <c:pt idx="35">
                  <c:v>61.302083333333336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82.135416666666657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76.145833333333329</c:v>
                </c:pt>
                <c:pt idx="71">
                  <c:v>49.0625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84.21875</c:v>
                </c:pt>
                <c:pt idx="103">
                  <c:v>0</c:v>
                </c:pt>
                <c:pt idx="104">
                  <c:v>0</c:v>
                </c:pt>
                <c:pt idx="105">
                  <c:v>43.645833333333336</c:v>
                </c:pt>
                <c:pt idx="106">
                  <c:v>55.677083333333336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84.21875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58.906249999999993</c:v>
                </c:pt>
                <c:pt idx="141">
                  <c:v>1.3020833333333335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8C-B440-A207-083C79BBBA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Sheet1!$A$2:$A$143</c:f>
              <c:strCache>
                <c:ptCount val="142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  <c:pt idx="7">
                  <c:v>56s</c:v>
                </c:pt>
                <c:pt idx="8">
                  <c:v>64s</c:v>
                </c:pt>
                <c:pt idx="9">
                  <c:v>72s</c:v>
                </c:pt>
                <c:pt idx="10">
                  <c:v>80s</c:v>
                </c:pt>
                <c:pt idx="11">
                  <c:v>88s</c:v>
                </c:pt>
                <c:pt idx="12">
                  <c:v>97s</c:v>
                </c:pt>
                <c:pt idx="13">
                  <c:v>104s</c:v>
                </c:pt>
                <c:pt idx="14">
                  <c:v>113s</c:v>
                </c:pt>
                <c:pt idx="15">
                  <c:v>121s</c:v>
                </c:pt>
                <c:pt idx="16">
                  <c:v>129s</c:v>
                </c:pt>
                <c:pt idx="17">
                  <c:v>137s</c:v>
                </c:pt>
                <c:pt idx="18">
                  <c:v>145s</c:v>
                </c:pt>
                <c:pt idx="19">
                  <c:v>153s</c:v>
                </c:pt>
                <c:pt idx="20">
                  <c:v>161s</c:v>
                </c:pt>
                <c:pt idx="21">
                  <c:v>169s</c:v>
                </c:pt>
                <c:pt idx="22">
                  <c:v>177s</c:v>
                </c:pt>
                <c:pt idx="23">
                  <c:v>185s</c:v>
                </c:pt>
                <c:pt idx="24">
                  <c:v>194s</c:v>
                </c:pt>
                <c:pt idx="25">
                  <c:v>202s</c:v>
                </c:pt>
                <c:pt idx="26">
                  <c:v>210s</c:v>
                </c:pt>
                <c:pt idx="27">
                  <c:v>218s</c:v>
                </c:pt>
                <c:pt idx="28">
                  <c:v>226s</c:v>
                </c:pt>
                <c:pt idx="29">
                  <c:v>234s</c:v>
                </c:pt>
                <c:pt idx="30">
                  <c:v>242s</c:v>
                </c:pt>
                <c:pt idx="31">
                  <c:v>250s</c:v>
                </c:pt>
                <c:pt idx="32">
                  <c:v>259s</c:v>
                </c:pt>
                <c:pt idx="33">
                  <c:v>267s</c:v>
                </c:pt>
                <c:pt idx="34">
                  <c:v>275s</c:v>
                </c:pt>
                <c:pt idx="35">
                  <c:v>283s</c:v>
                </c:pt>
                <c:pt idx="36">
                  <c:v>291s</c:v>
                </c:pt>
                <c:pt idx="37">
                  <c:v>298s</c:v>
                </c:pt>
                <c:pt idx="38">
                  <c:v>306s</c:v>
                </c:pt>
                <c:pt idx="39">
                  <c:v>314s</c:v>
                </c:pt>
                <c:pt idx="40">
                  <c:v>323s</c:v>
                </c:pt>
                <c:pt idx="41">
                  <c:v>330s</c:v>
                </c:pt>
                <c:pt idx="42">
                  <c:v>339s</c:v>
                </c:pt>
                <c:pt idx="43">
                  <c:v>346s</c:v>
                </c:pt>
                <c:pt idx="44">
                  <c:v>355s</c:v>
                </c:pt>
                <c:pt idx="45">
                  <c:v>363s</c:v>
                </c:pt>
                <c:pt idx="46">
                  <c:v>371s</c:v>
                </c:pt>
                <c:pt idx="47">
                  <c:v>379s</c:v>
                </c:pt>
                <c:pt idx="48">
                  <c:v>387s</c:v>
                </c:pt>
                <c:pt idx="49">
                  <c:v>395s</c:v>
                </c:pt>
                <c:pt idx="50">
                  <c:v>403s</c:v>
                </c:pt>
                <c:pt idx="51">
                  <c:v>411s</c:v>
                </c:pt>
                <c:pt idx="52">
                  <c:v>419s</c:v>
                </c:pt>
                <c:pt idx="53">
                  <c:v>427s</c:v>
                </c:pt>
                <c:pt idx="54">
                  <c:v>435s</c:v>
                </c:pt>
                <c:pt idx="55">
                  <c:v>443s</c:v>
                </c:pt>
                <c:pt idx="56">
                  <c:v>451s</c:v>
                </c:pt>
                <c:pt idx="57">
                  <c:v>459s</c:v>
                </c:pt>
                <c:pt idx="58">
                  <c:v>467s</c:v>
                </c:pt>
                <c:pt idx="59">
                  <c:v>475s</c:v>
                </c:pt>
                <c:pt idx="60">
                  <c:v>483s</c:v>
                </c:pt>
                <c:pt idx="61">
                  <c:v>491s</c:v>
                </c:pt>
                <c:pt idx="62">
                  <c:v>500s</c:v>
                </c:pt>
                <c:pt idx="63">
                  <c:v>508s</c:v>
                </c:pt>
                <c:pt idx="64">
                  <c:v>516s</c:v>
                </c:pt>
                <c:pt idx="65">
                  <c:v>524s</c:v>
                </c:pt>
                <c:pt idx="66">
                  <c:v>532s</c:v>
                </c:pt>
                <c:pt idx="67">
                  <c:v>540s</c:v>
                </c:pt>
                <c:pt idx="68">
                  <c:v>548s</c:v>
                </c:pt>
                <c:pt idx="69">
                  <c:v>556s</c:v>
                </c:pt>
                <c:pt idx="70">
                  <c:v>564s</c:v>
                </c:pt>
                <c:pt idx="71">
                  <c:v>572s</c:v>
                </c:pt>
                <c:pt idx="72">
                  <c:v>580s</c:v>
                </c:pt>
                <c:pt idx="73">
                  <c:v>588s</c:v>
                </c:pt>
                <c:pt idx="74">
                  <c:v>596s</c:v>
                </c:pt>
                <c:pt idx="75">
                  <c:v>604s</c:v>
                </c:pt>
                <c:pt idx="76">
                  <c:v>612s</c:v>
                </c:pt>
                <c:pt idx="77">
                  <c:v>620s</c:v>
                </c:pt>
                <c:pt idx="78">
                  <c:v>628s</c:v>
                </c:pt>
                <c:pt idx="79">
                  <c:v>637s</c:v>
                </c:pt>
                <c:pt idx="80">
                  <c:v>645s</c:v>
                </c:pt>
                <c:pt idx="81">
                  <c:v>653s</c:v>
                </c:pt>
                <c:pt idx="82">
                  <c:v>661s</c:v>
                </c:pt>
                <c:pt idx="83">
                  <c:v>669s</c:v>
                </c:pt>
                <c:pt idx="84">
                  <c:v>677s</c:v>
                </c:pt>
                <c:pt idx="85">
                  <c:v>685s</c:v>
                </c:pt>
                <c:pt idx="86">
                  <c:v>693s</c:v>
                </c:pt>
                <c:pt idx="87">
                  <c:v>701s</c:v>
                </c:pt>
                <c:pt idx="88">
                  <c:v>709s</c:v>
                </c:pt>
                <c:pt idx="89">
                  <c:v>717s</c:v>
                </c:pt>
                <c:pt idx="90">
                  <c:v>725s</c:v>
                </c:pt>
                <c:pt idx="91">
                  <c:v>733s</c:v>
                </c:pt>
                <c:pt idx="92">
                  <c:v>741s</c:v>
                </c:pt>
                <c:pt idx="93">
                  <c:v>749s</c:v>
                </c:pt>
                <c:pt idx="94">
                  <c:v>758s</c:v>
                </c:pt>
                <c:pt idx="95">
                  <c:v>766s</c:v>
                </c:pt>
                <c:pt idx="96">
                  <c:v>774s</c:v>
                </c:pt>
                <c:pt idx="97">
                  <c:v>782s</c:v>
                </c:pt>
                <c:pt idx="98">
                  <c:v>790s</c:v>
                </c:pt>
                <c:pt idx="99">
                  <c:v>798s</c:v>
                </c:pt>
                <c:pt idx="100">
                  <c:v>806s</c:v>
                </c:pt>
                <c:pt idx="101">
                  <c:v>814s</c:v>
                </c:pt>
                <c:pt idx="102">
                  <c:v>822s</c:v>
                </c:pt>
                <c:pt idx="103">
                  <c:v>830s</c:v>
                </c:pt>
                <c:pt idx="104">
                  <c:v>839s</c:v>
                </c:pt>
                <c:pt idx="105">
                  <c:v>847s</c:v>
                </c:pt>
                <c:pt idx="106">
                  <c:v>855s</c:v>
                </c:pt>
                <c:pt idx="107">
                  <c:v>863s</c:v>
                </c:pt>
                <c:pt idx="108">
                  <c:v>871s</c:v>
                </c:pt>
                <c:pt idx="109">
                  <c:v>878s</c:v>
                </c:pt>
                <c:pt idx="110">
                  <c:v>886s</c:v>
                </c:pt>
                <c:pt idx="111">
                  <c:v>894s</c:v>
                </c:pt>
                <c:pt idx="112">
                  <c:v>902s</c:v>
                </c:pt>
                <c:pt idx="113">
                  <c:v>910s</c:v>
                </c:pt>
                <c:pt idx="114">
                  <c:v>918s</c:v>
                </c:pt>
                <c:pt idx="115">
                  <c:v>926s</c:v>
                </c:pt>
                <c:pt idx="116">
                  <c:v>935s</c:v>
                </c:pt>
                <c:pt idx="117">
                  <c:v>943s</c:v>
                </c:pt>
                <c:pt idx="118">
                  <c:v>951s</c:v>
                </c:pt>
                <c:pt idx="119">
                  <c:v>959s</c:v>
                </c:pt>
                <c:pt idx="120">
                  <c:v>967s</c:v>
                </c:pt>
                <c:pt idx="121">
                  <c:v>975s</c:v>
                </c:pt>
                <c:pt idx="122">
                  <c:v>983s</c:v>
                </c:pt>
                <c:pt idx="123">
                  <c:v>991s</c:v>
                </c:pt>
                <c:pt idx="124">
                  <c:v>999s</c:v>
                </c:pt>
                <c:pt idx="125">
                  <c:v>1007s</c:v>
                </c:pt>
                <c:pt idx="126">
                  <c:v>1015s</c:v>
                </c:pt>
                <c:pt idx="127">
                  <c:v>1023s</c:v>
                </c:pt>
                <c:pt idx="128">
                  <c:v>1031s</c:v>
                </c:pt>
                <c:pt idx="129">
                  <c:v>1039s</c:v>
                </c:pt>
                <c:pt idx="130">
                  <c:v>1047s</c:v>
                </c:pt>
                <c:pt idx="131">
                  <c:v>1056s</c:v>
                </c:pt>
                <c:pt idx="132">
                  <c:v>1064s</c:v>
                </c:pt>
                <c:pt idx="133">
                  <c:v>1072s</c:v>
                </c:pt>
                <c:pt idx="134">
                  <c:v>1080s</c:v>
                </c:pt>
                <c:pt idx="135">
                  <c:v>1088s</c:v>
                </c:pt>
                <c:pt idx="136">
                  <c:v>1096s</c:v>
                </c:pt>
                <c:pt idx="137">
                  <c:v>1104s</c:v>
                </c:pt>
                <c:pt idx="138">
                  <c:v>1112s</c:v>
                </c:pt>
                <c:pt idx="139">
                  <c:v>1121s</c:v>
                </c:pt>
                <c:pt idx="140">
                  <c:v>1129s</c:v>
                </c:pt>
                <c:pt idx="141">
                  <c:v>1136s</c:v>
                </c:pt>
              </c:strCache>
            </c:strRef>
          </c:cat>
          <c:val>
            <c:numRef>
              <c:f>Sheet1!$C$2:$C$143</c:f>
              <c:numCache>
                <c:formatCode>General</c:formatCode>
                <c:ptCount val="142"/>
                <c:pt idx="0">
                  <c:v>0.10416666666666667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1.3020833333333335</c:v>
                </c:pt>
                <c:pt idx="31">
                  <c:v>0.57291666666666674</c:v>
                </c:pt>
                <c:pt idx="32">
                  <c:v>0</c:v>
                </c:pt>
                <c:pt idx="33">
                  <c:v>0</c:v>
                </c:pt>
                <c:pt idx="34">
                  <c:v>1.3020833333333335</c:v>
                </c:pt>
                <c:pt idx="35">
                  <c:v>1.3541666666666667</c:v>
                </c:pt>
                <c:pt idx="36">
                  <c:v>5.2083333333333336E-2</c:v>
                </c:pt>
                <c:pt idx="37">
                  <c:v>5.2083333333333336E-2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3.125</c:v>
                </c:pt>
                <c:pt idx="67">
                  <c:v>5.2083333333333336E-2</c:v>
                </c:pt>
                <c:pt idx="68">
                  <c:v>5.2083333333333336E-2</c:v>
                </c:pt>
                <c:pt idx="69">
                  <c:v>0</c:v>
                </c:pt>
                <c:pt idx="70">
                  <c:v>1.9270833333333335</c:v>
                </c:pt>
                <c:pt idx="71">
                  <c:v>0.9375</c:v>
                </c:pt>
                <c:pt idx="72">
                  <c:v>5.2083333333333336E-2</c:v>
                </c:pt>
                <c:pt idx="73">
                  <c:v>5.2083333333333336E-2</c:v>
                </c:pt>
                <c:pt idx="74">
                  <c:v>5.2083333333333336E-2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3.958333333333333</c:v>
                </c:pt>
                <c:pt idx="103">
                  <c:v>5.2083333333333336E-2</c:v>
                </c:pt>
                <c:pt idx="104">
                  <c:v>5.2083333333333336E-2</c:v>
                </c:pt>
                <c:pt idx="105">
                  <c:v>1.0416666666666665</c:v>
                </c:pt>
                <c:pt idx="106">
                  <c:v>1.6666666666666667</c:v>
                </c:pt>
                <c:pt idx="107">
                  <c:v>5.2083333333333336E-2</c:v>
                </c:pt>
                <c:pt idx="108">
                  <c:v>5.2083333333333336E-2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3.958333333333333</c:v>
                </c:pt>
                <c:pt idx="137">
                  <c:v>5.2083333333333336E-2</c:v>
                </c:pt>
                <c:pt idx="138">
                  <c:v>5.2083333333333336E-2</c:v>
                </c:pt>
                <c:pt idx="139">
                  <c:v>0</c:v>
                </c:pt>
                <c:pt idx="140">
                  <c:v>2.291666666666667</c:v>
                </c:pt>
                <c:pt idx="141">
                  <c:v>5.2083333333333336E-2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8C-B440-A207-083C79BBBA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Sheet1!$A$2:$A$143</c:f>
              <c:strCache>
                <c:ptCount val="142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  <c:pt idx="7">
                  <c:v>56s</c:v>
                </c:pt>
                <c:pt idx="8">
                  <c:v>64s</c:v>
                </c:pt>
                <c:pt idx="9">
                  <c:v>72s</c:v>
                </c:pt>
                <c:pt idx="10">
                  <c:v>80s</c:v>
                </c:pt>
                <c:pt idx="11">
                  <c:v>88s</c:v>
                </c:pt>
                <c:pt idx="12">
                  <c:v>97s</c:v>
                </c:pt>
                <c:pt idx="13">
                  <c:v>104s</c:v>
                </c:pt>
                <c:pt idx="14">
                  <c:v>113s</c:v>
                </c:pt>
                <c:pt idx="15">
                  <c:v>121s</c:v>
                </c:pt>
                <c:pt idx="16">
                  <c:v>129s</c:v>
                </c:pt>
                <c:pt idx="17">
                  <c:v>137s</c:v>
                </c:pt>
                <c:pt idx="18">
                  <c:v>145s</c:v>
                </c:pt>
                <c:pt idx="19">
                  <c:v>153s</c:v>
                </c:pt>
                <c:pt idx="20">
                  <c:v>161s</c:v>
                </c:pt>
                <c:pt idx="21">
                  <c:v>169s</c:v>
                </c:pt>
                <c:pt idx="22">
                  <c:v>177s</c:v>
                </c:pt>
                <c:pt idx="23">
                  <c:v>185s</c:v>
                </c:pt>
                <c:pt idx="24">
                  <c:v>194s</c:v>
                </c:pt>
                <c:pt idx="25">
                  <c:v>202s</c:v>
                </c:pt>
                <c:pt idx="26">
                  <c:v>210s</c:v>
                </c:pt>
                <c:pt idx="27">
                  <c:v>218s</c:v>
                </c:pt>
                <c:pt idx="28">
                  <c:v>226s</c:v>
                </c:pt>
                <c:pt idx="29">
                  <c:v>234s</c:v>
                </c:pt>
                <c:pt idx="30">
                  <c:v>242s</c:v>
                </c:pt>
                <c:pt idx="31">
                  <c:v>250s</c:v>
                </c:pt>
                <c:pt idx="32">
                  <c:v>259s</c:v>
                </c:pt>
                <c:pt idx="33">
                  <c:v>267s</c:v>
                </c:pt>
                <c:pt idx="34">
                  <c:v>275s</c:v>
                </c:pt>
                <c:pt idx="35">
                  <c:v>283s</c:v>
                </c:pt>
                <c:pt idx="36">
                  <c:v>291s</c:v>
                </c:pt>
                <c:pt idx="37">
                  <c:v>298s</c:v>
                </c:pt>
                <c:pt idx="38">
                  <c:v>306s</c:v>
                </c:pt>
                <c:pt idx="39">
                  <c:v>314s</c:v>
                </c:pt>
                <c:pt idx="40">
                  <c:v>323s</c:v>
                </c:pt>
                <c:pt idx="41">
                  <c:v>330s</c:v>
                </c:pt>
                <c:pt idx="42">
                  <c:v>339s</c:v>
                </c:pt>
                <c:pt idx="43">
                  <c:v>346s</c:v>
                </c:pt>
                <c:pt idx="44">
                  <c:v>355s</c:v>
                </c:pt>
                <c:pt idx="45">
                  <c:v>363s</c:v>
                </c:pt>
                <c:pt idx="46">
                  <c:v>371s</c:v>
                </c:pt>
                <c:pt idx="47">
                  <c:v>379s</c:v>
                </c:pt>
                <c:pt idx="48">
                  <c:v>387s</c:v>
                </c:pt>
                <c:pt idx="49">
                  <c:v>395s</c:v>
                </c:pt>
                <c:pt idx="50">
                  <c:v>403s</c:v>
                </c:pt>
                <c:pt idx="51">
                  <c:v>411s</c:v>
                </c:pt>
                <c:pt idx="52">
                  <c:v>419s</c:v>
                </c:pt>
                <c:pt idx="53">
                  <c:v>427s</c:v>
                </c:pt>
                <c:pt idx="54">
                  <c:v>435s</c:v>
                </c:pt>
                <c:pt idx="55">
                  <c:v>443s</c:v>
                </c:pt>
                <c:pt idx="56">
                  <c:v>451s</c:v>
                </c:pt>
                <c:pt idx="57">
                  <c:v>459s</c:v>
                </c:pt>
                <c:pt idx="58">
                  <c:v>467s</c:v>
                </c:pt>
                <c:pt idx="59">
                  <c:v>475s</c:v>
                </c:pt>
                <c:pt idx="60">
                  <c:v>483s</c:v>
                </c:pt>
                <c:pt idx="61">
                  <c:v>491s</c:v>
                </c:pt>
                <c:pt idx="62">
                  <c:v>500s</c:v>
                </c:pt>
                <c:pt idx="63">
                  <c:v>508s</c:v>
                </c:pt>
                <c:pt idx="64">
                  <c:v>516s</c:v>
                </c:pt>
                <c:pt idx="65">
                  <c:v>524s</c:v>
                </c:pt>
                <c:pt idx="66">
                  <c:v>532s</c:v>
                </c:pt>
                <c:pt idx="67">
                  <c:v>540s</c:v>
                </c:pt>
                <c:pt idx="68">
                  <c:v>548s</c:v>
                </c:pt>
                <c:pt idx="69">
                  <c:v>556s</c:v>
                </c:pt>
                <c:pt idx="70">
                  <c:v>564s</c:v>
                </c:pt>
                <c:pt idx="71">
                  <c:v>572s</c:v>
                </c:pt>
                <c:pt idx="72">
                  <c:v>580s</c:v>
                </c:pt>
                <c:pt idx="73">
                  <c:v>588s</c:v>
                </c:pt>
                <c:pt idx="74">
                  <c:v>596s</c:v>
                </c:pt>
                <c:pt idx="75">
                  <c:v>604s</c:v>
                </c:pt>
                <c:pt idx="76">
                  <c:v>612s</c:v>
                </c:pt>
                <c:pt idx="77">
                  <c:v>620s</c:v>
                </c:pt>
                <c:pt idx="78">
                  <c:v>628s</c:v>
                </c:pt>
                <c:pt idx="79">
                  <c:v>637s</c:v>
                </c:pt>
                <c:pt idx="80">
                  <c:v>645s</c:v>
                </c:pt>
                <c:pt idx="81">
                  <c:v>653s</c:v>
                </c:pt>
                <c:pt idx="82">
                  <c:v>661s</c:v>
                </c:pt>
                <c:pt idx="83">
                  <c:v>669s</c:v>
                </c:pt>
                <c:pt idx="84">
                  <c:v>677s</c:v>
                </c:pt>
                <c:pt idx="85">
                  <c:v>685s</c:v>
                </c:pt>
                <c:pt idx="86">
                  <c:v>693s</c:v>
                </c:pt>
                <c:pt idx="87">
                  <c:v>701s</c:v>
                </c:pt>
                <c:pt idx="88">
                  <c:v>709s</c:v>
                </c:pt>
                <c:pt idx="89">
                  <c:v>717s</c:v>
                </c:pt>
                <c:pt idx="90">
                  <c:v>725s</c:v>
                </c:pt>
                <c:pt idx="91">
                  <c:v>733s</c:v>
                </c:pt>
                <c:pt idx="92">
                  <c:v>741s</c:v>
                </c:pt>
                <c:pt idx="93">
                  <c:v>749s</c:v>
                </c:pt>
                <c:pt idx="94">
                  <c:v>758s</c:v>
                </c:pt>
                <c:pt idx="95">
                  <c:v>766s</c:v>
                </c:pt>
                <c:pt idx="96">
                  <c:v>774s</c:v>
                </c:pt>
                <c:pt idx="97">
                  <c:v>782s</c:v>
                </c:pt>
                <c:pt idx="98">
                  <c:v>790s</c:v>
                </c:pt>
                <c:pt idx="99">
                  <c:v>798s</c:v>
                </c:pt>
                <c:pt idx="100">
                  <c:v>806s</c:v>
                </c:pt>
                <c:pt idx="101">
                  <c:v>814s</c:v>
                </c:pt>
                <c:pt idx="102">
                  <c:v>822s</c:v>
                </c:pt>
                <c:pt idx="103">
                  <c:v>830s</c:v>
                </c:pt>
                <c:pt idx="104">
                  <c:v>839s</c:v>
                </c:pt>
                <c:pt idx="105">
                  <c:v>847s</c:v>
                </c:pt>
                <c:pt idx="106">
                  <c:v>855s</c:v>
                </c:pt>
                <c:pt idx="107">
                  <c:v>863s</c:v>
                </c:pt>
                <c:pt idx="108">
                  <c:v>871s</c:v>
                </c:pt>
                <c:pt idx="109">
                  <c:v>878s</c:v>
                </c:pt>
                <c:pt idx="110">
                  <c:v>886s</c:v>
                </c:pt>
                <c:pt idx="111">
                  <c:v>894s</c:v>
                </c:pt>
                <c:pt idx="112">
                  <c:v>902s</c:v>
                </c:pt>
                <c:pt idx="113">
                  <c:v>910s</c:v>
                </c:pt>
                <c:pt idx="114">
                  <c:v>918s</c:v>
                </c:pt>
                <c:pt idx="115">
                  <c:v>926s</c:v>
                </c:pt>
                <c:pt idx="116">
                  <c:v>935s</c:v>
                </c:pt>
                <c:pt idx="117">
                  <c:v>943s</c:v>
                </c:pt>
                <c:pt idx="118">
                  <c:v>951s</c:v>
                </c:pt>
                <c:pt idx="119">
                  <c:v>959s</c:v>
                </c:pt>
                <c:pt idx="120">
                  <c:v>967s</c:v>
                </c:pt>
                <c:pt idx="121">
                  <c:v>975s</c:v>
                </c:pt>
                <c:pt idx="122">
                  <c:v>983s</c:v>
                </c:pt>
                <c:pt idx="123">
                  <c:v>991s</c:v>
                </c:pt>
                <c:pt idx="124">
                  <c:v>999s</c:v>
                </c:pt>
                <c:pt idx="125">
                  <c:v>1007s</c:v>
                </c:pt>
                <c:pt idx="126">
                  <c:v>1015s</c:v>
                </c:pt>
                <c:pt idx="127">
                  <c:v>1023s</c:v>
                </c:pt>
                <c:pt idx="128">
                  <c:v>1031s</c:v>
                </c:pt>
                <c:pt idx="129">
                  <c:v>1039s</c:v>
                </c:pt>
                <c:pt idx="130">
                  <c:v>1047s</c:v>
                </c:pt>
                <c:pt idx="131">
                  <c:v>1056s</c:v>
                </c:pt>
                <c:pt idx="132">
                  <c:v>1064s</c:v>
                </c:pt>
                <c:pt idx="133">
                  <c:v>1072s</c:v>
                </c:pt>
                <c:pt idx="134">
                  <c:v>1080s</c:v>
                </c:pt>
                <c:pt idx="135">
                  <c:v>1088s</c:v>
                </c:pt>
                <c:pt idx="136">
                  <c:v>1096s</c:v>
                </c:pt>
                <c:pt idx="137">
                  <c:v>1104s</c:v>
                </c:pt>
                <c:pt idx="138">
                  <c:v>1112s</c:v>
                </c:pt>
                <c:pt idx="139">
                  <c:v>1121s</c:v>
                </c:pt>
                <c:pt idx="140">
                  <c:v>1129s</c:v>
                </c:pt>
                <c:pt idx="141">
                  <c:v>1136s</c:v>
                </c:pt>
              </c:strCache>
            </c:strRef>
          </c:cat>
          <c:val>
            <c:numRef>
              <c:f>Sheet1!$D$2:$D$143</c:f>
              <c:numCache>
                <c:formatCode>General</c:formatCode>
                <c:ptCount val="14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0.52083333333333326</c:v>
                </c:pt>
                <c:pt idx="31">
                  <c:v>0.3125</c:v>
                </c:pt>
                <c:pt idx="32">
                  <c:v>0</c:v>
                </c:pt>
                <c:pt idx="33">
                  <c:v>0</c:v>
                </c:pt>
                <c:pt idx="34">
                  <c:v>0.46875</c:v>
                </c:pt>
                <c:pt idx="35">
                  <c:v>0.46875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1.1979166666666665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0.83333333333333337</c:v>
                </c:pt>
                <c:pt idx="71">
                  <c:v>0.36458333333333331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  <c:pt idx="101">
                  <c:v>0</c:v>
                </c:pt>
                <c:pt idx="102">
                  <c:v>1.5625</c:v>
                </c:pt>
                <c:pt idx="103">
                  <c:v>0</c:v>
                </c:pt>
                <c:pt idx="104">
                  <c:v>0</c:v>
                </c:pt>
                <c:pt idx="105">
                  <c:v>0.3125</c:v>
                </c:pt>
                <c:pt idx="106">
                  <c:v>0.78125</c:v>
                </c:pt>
                <c:pt idx="107">
                  <c:v>0</c:v>
                </c:pt>
                <c:pt idx="108">
                  <c:v>0</c:v>
                </c:pt>
                <c:pt idx="109">
                  <c:v>0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1.4583333333333333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0.67708333333333337</c:v>
                </c:pt>
                <c:pt idx="14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E8C-B440-A207-083C79BBBAD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Sheet1!$A$2:$A$143</c:f>
              <c:strCache>
                <c:ptCount val="142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  <c:pt idx="7">
                  <c:v>56s</c:v>
                </c:pt>
                <c:pt idx="8">
                  <c:v>64s</c:v>
                </c:pt>
                <c:pt idx="9">
                  <c:v>72s</c:v>
                </c:pt>
                <c:pt idx="10">
                  <c:v>80s</c:v>
                </c:pt>
                <c:pt idx="11">
                  <c:v>88s</c:v>
                </c:pt>
                <c:pt idx="12">
                  <c:v>97s</c:v>
                </c:pt>
                <c:pt idx="13">
                  <c:v>104s</c:v>
                </c:pt>
                <c:pt idx="14">
                  <c:v>113s</c:v>
                </c:pt>
                <c:pt idx="15">
                  <c:v>121s</c:v>
                </c:pt>
                <c:pt idx="16">
                  <c:v>129s</c:v>
                </c:pt>
                <c:pt idx="17">
                  <c:v>137s</c:v>
                </c:pt>
                <c:pt idx="18">
                  <c:v>145s</c:v>
                </c:pt>
                <c:pt idx="19">
                  <c:v>153s</c:v>
                </c:pt>
                <c:pt idx="20">
                  <c:v>161s</c:v>
                </c:pt>
                <c:pt idx="21">
                  <c:v>169s</c:v>
                </c:pt>
                <c:pt idx="22">
                  <c:v>177s</c:v>
                </c:pt>
                <c:pt idx="23">
                  <c:v>185s</c:v>
                </c:pt>
                <c:pt idx="24">
                  <c:v>194s</c:v>
                </c:pt>
                <c:pt idx="25">
                  <c:v>202s</c:v>
                </c:pt>
                <c:pt idx="26">
                  <c:v>210s</c:v>
                </c:pt>
                <c:pt idx="27">
                  <c:v>218s</c:v>
                </c:pt>
                <c:pt idx="28">
                  <c:v>226s</c:v>
                </c:pt>
                <c:pt idx="29">
                  <c:v>234s</c:v>
                </c:pt>
                <c:pt idx="30">
                  <c:v>242s</c:v>
                </c:pt>
                <c:pt idx="31">
                  <c:v>250s</c:v>
                </c:pt>
                <c:pt idx="32">
                  <c:v>259s</c:v>
                </c:pt>
                <c:pt idx="33">
                  <c:v>267s</c:v>
                </c:pt>
                <c:pt idx="34">
                  <c:v>275s</c:v>
                </c:pt>
                <c:pt idx="35">
                  <c:v>283s</c:v>
                </c:pt>
                <c:pt idx="36">
                  <c:v>291s</c:v>
                </c:pt>
                <c:pt idx="37">
                  <c:v>298s</c:v>
                </c:pt>
                <c:pt idx="38">
                  <c:v>306s</c:v>
                </c:pt>
                <c:pt idx="39">
                  <c:v>314s</c:v>
                </c:pt>
                <c:pt idx="40">
                  <c:v>323s</c:v>
                </c:pt>
                <c:pt idx="41">
                  <c:v>330s</c:v>
                </c:pt>
                <c:pt idx="42">
                  <c:v>339s</c:v>
                </c:pt>
                <c:pt idx="43">
                  <c:v>346s</c:v>
                </c:pt>
                <c:pt idx="44">
                  <c:v>355s</c:v>
                </c:pt>
                <c:pt idx="45">
                  <c:v>363s</c:v>
                </c:pt>
                <c:pt idx="46">
                  <c:v>371s</c:v>
                </c:pt>
                <c:pt idx="47">
                  <c:v>379s</c:v>
                </c:pt>
                <c:pt idx="48">
                  <c:v>387s</c:v>
                </c:pt>
                <c:pt idx="49">
                  <c:v>395s</c:v>
                </c:pt>
                <c:pt idx="50">
                  <c:v>403s</c:v>
                </c:pt>
                <c:pt idx="51">
                  <c:v>411s</c:v>
                </c:pt>
                <c:pt idx="52">
                  <c:v>419s</c:v>
                </c:pt>
                <c:pt idx="53">
                  <c:v>427s</c:v>
                </c:pt>
                <c:pt idx="54">
                  <c:v>435s</c:v>
                </c:pt>
                <c:pt idx="55">
                  <c:v>443s</c:v>
                </c:pt>
                <c:pt idx="56">
                  <c:v>451s</c:v>
                </c:pt>
                <c:pt idx="57">
                  <c:v>459s</c:v>
                </c:pt>
                <c:pt idx="58">
                  <c:v>467s</c:v>
                </c:pt>
                <c:pt idx="59">
                  <c:v>475s</c:v>
                </c:pt>
                <c:pt idx="60">
                  <c:v>483s</c:v>
                </c:pt>
                <c:pt idx="61">
                  <c:v>491s</c:v>
                </c:pt>
                <c:pt idx="62">
                  <c:v>500s</c:v>
                </c:pt>
                <c:pt idx="63">
                  <c:v>508s</c:v>
                </c:pt>
                <c:pt idx="64">
                  <c:v>516s</c:v>
                </c:pt>
                <c:pt idx="65">
                  <c:v>524s</c:v>
                </c:pt>
                <c:pt idx="66">
                  <c:v>532s</c:v>
                </c:pt>
                <c:pt idx="67">
                  <c:v>540s</c:v>
                </c:pt>
                <c:pt idx="68">
                  <c:v>548s</c:v>
                </c:pt>
                <c:pt idx="69">
                  <c:v>556s</c:v>
                </c:pt>
                <c:pt idx="70">
                  <c:v>564s</c:v>
                </c:pt>
                <c:pt idx="71">
                  <c:v>572s</c:v>
                </c:pt>
                <c:pt idx="72">
                  <c:v>580s</c:v>
                </c:pt>
                <c:pt idx="73">
                  <c:v>588s</c:v>
                </c:pt>
                <c:pt idx="74">
                  <c:v>596s</c:v>
                </c:pt>
                <c:pt idx="75">
                  <c:v>604s</c:v>
                </c:pt>
                <c:pt idx="76">
                  <c:v>612s</c:v>
                </c:pt>
                <c:pt idx="77">
                  <c:v>620s</c:v>
                </c:pt>
                <c:pt idx="78">
                  <c:v>628s</c:v>
                </c:pt>
                <c:pt idx="79">
                  <c:v>637s</c:v>
                </c:pt>
                <c:pt idx="80">
                  <c:v>645s</c:v>
                </c:pt>
                <c:pt idx="81">
                  <c:v>653s</c:v>
                </c:pt>
                <c:pt idx="82">
                  <c:v>661s</c:v>
                </c:pt>
                <c:pt idx="83">
                  <c:v>669s</c:v>
                </c:pt>
                <c:pt idx="84">
                  <c:v>677s</c:v>
                </c:pt>
                <c:pt idx="85">
                  <c:v>685s</c:v>
                </c:pt>
                <c:pt idx="86">
                  <c:v>693s</c:v>
                </c:pt>
                <c:pt idx="87">
                  <c:v>701s</c:v>
                </c:pt>
                <c:pt idx="88">
                  <c:v>709s</c:v>
                </c:pt>
                <c:pt idx="89">
                  <c:v>717s</c:v>
                </c:pt>
                <c:pt idx="90">
                  <c:v>725s</c:v>
                </c:pt>
                <c:pt idx="91">
                  <c:v>733s</c:v>
                </c:pt>
                <c:pt idx="92">
                  <c:v>741s</c:v>
                </c:pt>
                <c:pt idx="93">
                  <c:v>749s</c:v>
                </c:pt>
                <c:pt idx="94">
                  <c:v>758s</c:v>
                </c:pt>
                <c:pt idx="95">
                  <c:v>766s</c:v>
                </c:pt>
                <c:pt idx="96">
                  <c:v>774s</c:v>
                </c:pt>
                <c:pt idx="97">
                  <c:v>782s</c:v>
                </c:pt>
                <c:pt idx="98">
                  <c:v>790s</c:v>
                </c:pt>
                <c:pt idx="99">
                  <c:v>798s</c:v>
                </c:pt>
                <c:pt idx="100">
                  <c:v>806s</c:v>
                </c:pt>
                <c:pt idx="101">
                  <c:v>814s</c:v>
                </c:pt>
                <c:pt idx="102">
                  <c:v>822s</c:v>
                </c:pt>
                <c:pt idx="103">
                  <c:v>830s</c:v>
                </c:pt>
                <c:pt idx="104">
                  <c:v>839s</c:v>
                </c:pt>
                <c:pt idx="105">
                  <c:v>847s</c:v>
                </c:pt>
                <c:pt idx="106">
                  <c:v>855s</c:v>
                </c:pt>
                <c:pt idx="107">
                  <c:v>863s</c:v>
                </c:pt>
                <c:pt idx="108">
                  <c:v>871s</c:v>
                </c:pt>
                <c:pt idx="109">
                  <c:v>878s</c:v>
                </c:pt>
                <c:pt idx="110">
                  <c:v>886s</c:v>
                </c:pt>
                <c:pt idx="111">
                  <c:v>894s</c:v>
                </c:pt>
                <c:pt idx="112">
                  <c:v>902s</c:v>
                </c:pt>
                <c:pt idx="113">
                  <c:v>910s</c:v>
                </c:pt>
                <c:pt idx="114">
                  <c:v>918s</c:v>
                </c:pt>
                <c:pt idx="115">
                  <c:v>926s</c:v>
                </c:pt>
                <c:pt idx="116">
                  <c:v>935s</c:v>
                </c:pt>
                <c:pt idx="117">
                  <c:v>943s</c:v>
                </c:pt>
                <c:pt idx="118">
                  <c:v>951s</c:v>
                </c:pt>
                <c:pt idx="119">
                  <c:v>959s</c:v>
                </c:pt>
                <c:pt idx="120">
                  <c:v>967s</c:v>
                </c:pt>
                <c:pt idx="121">
                  <c:v>975s</c:v>
                </c:pt>
                <c:pt idx="122">
                  <c:v>983s</c:v>
                </c:pt>
                <c:pt idx="123">
                  <c:v>991s</c:v>
                </c:pt>
                <c:pt idx="124">
                  <c:v>999s</c:v>
                </c:pt>
                <c:pt idx="125">
                  <c:v>1007s</c:v>
                </c:pt>
                <c:pt idx="126">
                  <c:v>1015s</c:v>
                </c:pt>
                <c:pt idx="127">
                  <c:v>1023s</c:v>
                </c:pt>
                <c:pt idx="128">
                  <c:v>1031s</c:v>
                </c:pt>
                <c:pt idx="129">
                  <c:v>1039s</c:v>
                </c:pt>
                <c:pt idx="130">
                  <c:v>1047s</c:v>
                </c:pt>
                <c:pt idx="131">
                  <c:v>1056s</c:v>
                </c:pt>
                <c:pt idx="132">
                  <c:v>1064s</c:v>
                </c:pt>
                <c:pt idx="133">
                  <c:v>1072s</c:v>
                </c:pt>
                <c:pt idx="134">
                  <c:v>1080s</c:v>
                </c:pt>
                <c:pt idx="135">
                  <c:v>1088s</c:v>
                </c:pt>
                <c:pt idx="136">
                  <c:v>1096s</c:v>
                </c:pt>
                <c:pt idx="137">
                  <c:v>1104s</c:v>
                </c:pt>
                <c:pt idx="138">
                  <c:v>1112s</c:v>
                </c:pt>
                <c:pt idx="139">
                  <c:v>1121s</c:v>
                </c:pt>
                <c:pt idx="140">
                  <c:v>1129s</c:v>
                </c:pt>
                <c:pt idx="141">
                  <c:v>1136s</c:v>
                </c:pt>
              </c:strCache>
            </c:strRef>
          </c:cat>
          <c:val>
            <c:numRef>
              <c:f>Sheet1!$E$2:$E$143</c:f>
              <c:numCache>
                <c:formatCode>General</c:formatCode>
                <c:ptCount val="142"/>
                <c:pt idx="0">
                  <c:v>88.125000000000014</c:v>
                </c:pt>
                <c:pt idx="1">
                  <c:v>89.270833333333343</c:v>
                </c:pt>
                <c:pt idx="2">
                  <c:v>91.666666666666657</c:v>
                </c:pt>
                <c:pt idx="3">
                  <c:v>92.638888888888886</c:v>
                </c:pt>
                <c:pt idx="4">
                  <c:v>94.027777777777771</c:v>
                </c:pt>
                <c:pt idx="5">
                  <c:v>95.868055555555571</c:v>
                </c:pt>
                <c:pt idx="6">
                  <c:v>95.3125</c:v>
                </c:pt>
                <c:pt idx="7">
                  <c:v>96.527777777777786</c:v>
                </c:pt>
                <c:pt idx="8">
                  <c:v>96.458333333333329</c:v>
                </c:pt>
                <c:pt idx="9">
                  <c:v>97.569444444444443</c:v>
                </c:pt>
                <c:pt idx="10">
                  <c:v>97.430555555555571</c:v>
                </c:pt>
                <c:pt idx="11">
                  <c:v>97.777777777777786</c:v>
                </c:pt>
                <c:pt idx="12">
                  <c:v>97.152777777777771</c:v>
                </c:pt>
                <c:pt idx="13">
                  <c:v>97.777777777777786</c:v>
                </c:pt>
                <c:pt idx="14">
                  <c:v>98.506944444444443</c:v>
                </c:pt>
                <c:pt idx="15">
                  <c:v>97.847222222222229</c:v>
                </c:pt>
                <c:pt idx="16">
                  <c:v>97.569444444444443</c:v>
                </c:pt>
                <c:pt idx="17">
                  <c:v>98.125</c:v>
                </c:pt>
                <c:pt idx="18">
                  <c:v>98.472222222222229</c:v>
                </c:pt>
                <c:pt idx="19">
                  <c:v>98.402777777777771</c:v>
                </c:pt>
                <c:pt idx="20">
                  <c:v>98.541666666666671</c:v>
                </c:pt>
                <c:pt idx="21">
                  <c:v>98.819444444444443</c:v>
                </c:pt>
                <c:pt idx="22">
                  <c:v>98.680555555555543</c:v>
                </c:pt>
                <c:pt idx="23">
                  <c:v>98.854166666666671</c:v>
                </c:pt>
                <c:pt idx="24">
                  <c:v>98.75</c:v>
                </c:pt>
                <c:pt idx="25">
                  <c:v>98.715277777777771</c:v>
                </c:pt>
                <c:pt idx="26">
                  <c:v>98.611111111111114</c:v>
                </c:pt>
                <c:pt idx="27">
                  <c:v>98.784722222222214</c:v>
                </c:pt>
                <c:pt idx="28">
                  <c:v>98.854166666666671</c:v>
                </c:pt>
                <c:pt idx="29">
                  <c:v>73.194444444444457</c:v>
                </c:pt>
                <c:pt idx="30">
                  <c:v>49.652777777777779</c:v>
                </c:pt>
                <c:pt idx="31">
                  <c:v>82.673611111111114</c:v>
                </c:pt>
                <c:pt idx="32">
                  <c:v>99.444444444444429</c:v>
                </c:pt>
                <c:pt idx="33">
                  <c:v>84.131944444444457</c:v>
                </c:pt>
                <c:pt idx="34">
                  <c:v>50.24305555555555</c:v>
                </c:pt>
                <c:pt idx="35">
                  <c:v>83.368055555555557</c:v>
                </c:pt>
                <c:pt idx="36">
                  <c:v>86.562500000000014</c:v>
                </c:pt>
                <c:pt idx="37">
                  <c:v>89.722222222222214</c:v>
                </c:pt>
                <c:pt idx="38">
                  <c:v>91.319444444444443</c:v>
                </c:pt>
                <c:pt idx="39">
                  <c:v>93.472222222222229</c:v>
                </c:pt>
                <c:pt idx="40">
                  <c:v>95.7986111111111</c:v>
                </c:pt>
                <c:pt idx="41">
                  <c:v>94.687499999999986</c:v>
                </c:pt>
                <c:pt idx="42">
                  <c:v>95.069444444444457</c:v>
                </c:pt>
                <c:pt idx="43">
                  <c:v>96.527777777777786</c:v>
                </c:pt>
                <c:pt idx="44">
                  <c:v>96.666666666666657</c:v>
                </c:pt>
                <c:pt idx="45">
                  <c:v>96.909722222222229</c:v>
                </c:pt>
                <c:pt idx="46">
                  <c:v>97.465277777777771</c:v>
                </c:pt>
                <c:pt idx="47">
                  <c:v>97.638888888888886</c:v>
                </c:pt>
                <c:pt idx="48">
                  <c:v>97.291666666666671</c:v>
                </c:pt>
                <c:pt idx="49">
                  <c:v>97.777777777777786</c:v>
                </c:pt>
                <c:pt idx="50">
                  <c:v>97.638888888888886</c:v>
                </c:pt>
                <c:pt idx="51">
                  <c:v>98.125</c:v>
                </c:pt>
                <c:pt idx="52">
                  <c:v>97.881944444444429</c:v>
                </c:pt>
                <c:pt idx="53">
                  <c:v>98.194444444444457</c:v>
                </c:pt>
                <c:pt idx="54">
                  <c:v>98.4375</c:v>
                </c:pt>
                <c:pt idx="55">
                  <c:v>98.715277777777771</c:v>
                </c:pt>
                <c:pt idx="56">
                  <c:v>98.576388888888872</c:v>
                </c:pt>
                <c:pt idx="57">
                  <c:v>98.472222222222229</c:v>
                </c:pt>
                <c:pt idx="58">
                  <c:v>98.611111111111114</c:v>
                </c:pt>
                <c:pt idx="59">
                  <c:v>98.368055555555557</c:v>
                </c:pt>
                <c:pt idx="60">
                  <c:v>98.576388888888872</c:v>
                </c:pt>
                <c:pt idx="61">
                  <c:v>98.4375</c:v>
                </c:pt>
                <c:pt idx="62">
                  <c:v>98.298611111111128</c:v>
                </c:pt>
                <c:pt idx="63">
                  <c:v>98.263888888888886</c:v>
                </c:pt>
                <c:pt idx="64">
                  <c:v>98.958333333333343</c:v>
                </c:pt>
                <c:pt idx="65">
                  <c:v>69.756944444444443</c:v>
                </c:pt>
                <c:pt idx="66">
                  <c:v>49.201388888888886</c:v>
                </c:pt>
                <c:pt idx="67">
                  <c:v>82.743055555555557</c:v>
                </c:pt>
                <c:pt idx="68">
                  <c:v>99.583333333333329</c:v>
                </c:pt>
                <c:pt idx="69">
                  <c:v>74.652777777777786</c:v>
                </c:pt>
                <c:pt idx="70">
                  <c:v>51.111111111111107</c:v>
                </c:pt>
                <c:pt idx="71">
                  <c:v>83.368055555555557</c:v>
                </c:pt>
                <c:pt idx="72">
                  <c:v>88.020833333333343</c:v>
                </c:pt>
                <c:pt idx="73">
                  <c:v>90.659722222222229</c:v>
                </c:pt>
                <c:pt idx="74">
                  <c:v>90.625</c:v>
                </c:pt>
                <c:pt idx="75">
                  <c:v>93.819444444444443</c:v>
                </c:pt>
                <c:pt idx="76">
                  <c:v>95.208333333333329</c:v>
                </c:pt>
                <c:pt idx="77">
                  <c:v>95.3125</c:v>
                </c:pt>
                <c:pt idx="78">
                  <c:v>95.069444444444457</c:v>
                </c:pt>
                <c:pt idx="79">
                  <c:v>96.423611111111114</c:v>
                </c:pt>
                <c:pt idx="80">
                  <c:v>97.048611111111114</c:v>
                </c:pt>
                <c:pt idx="81">
                  <c:v>97.326388888888886</c:v>
                </c:pt>
                <c:pt idx="82">
                  <c:v>97.395833333333343</c:v>
                </c:pt>
                <c:pt idx="83">
                  <c:v>97.083333333333343</c:v>
                </c:pt>
                <c:pt idx="84">
                  <c:v>97.777777777777786</c:v>
                </c:pt>
                <c:pt idx="85">
                  <c:v>97.604166666666671</c:v>
                </c:pt>
                <c:pt idx="86">
                  <c:v>97.708333333333329</c:v>
                </c:pt>
                <c:pt idx="87">
                  <c:v>98.368055555555557</c:v>
                </c:pt>
                <c:pt idx="88">
                  <c:v>97.916666666666657</c:v>
                </c:pt>
                <c:pt idx="89">
                  <c:v>98.333333333333329</c:v>
                </c:pt>
                <c:pt idx="90">
                  <c:v>97.777777777777786</c:v>
                </c:pt>
                <c:pt idx="91">
                  <c:v>98.784722222222214</c:v>
                </c:pt>
                <c:pt idx="92">
                  <c:v>98.645833333333343</c:v>
                </c:pt>
                <c:pt idx="93">
                  <c:v>98.75</c:v>
                </c:pt>
                <c:pt idx="94">
                  <c:v>98.611111111111114</c:v>
                </c:pt>
                <c:pt idx="95">
                  <c:v>98.958333333333343</c:v>
                </c:pt>
                <c:pt idx="96">
                  <c:v>98.611111111111114</c:v>
                </c:pt>
                <c:pt idx="97">
                  <c:v>98.784722222222214</c:v>
                </c:pt>
                <c:pt idx="98">
                  <c:v>98.611111111111114</c:v>
                </c:pt>
                <c:pt idx="99">
                  <c:v>98.611111111111114</c:v>
                </c:pt>
                <c:pt idx="100">
                  <c:v>98.888888888888886</c:v>
                </c:pt>
                <c:pt idx="101">
                  <c:v>69.097222222222214</c:v>
                </c:pt>
                <c:pt idx="102">
                  <c:v>66.041666666666671</c:v>
                </c:pt>
                <c:pt idx="103">
                  <c:v>99.444444444444429</c:v>
                </c:pt>
                <c:pt idx="104">
                  <c:v>99.236111111111114</c:v>
                </c:pt>
                <c:pt idx="105">
                  <c:v>50.937499999999993</c:v>
                </c:pt>
                <c:pt idx="106">
                  <c:v>0</c:v>
                </c:pt>
                <c:pt idx="107">
                  <c:v>88.819444444444457</c:v>
                </c:pt>
                <c:pt idx="108">
                  <c:v>92.013888888888886</c:v>
                </c:pt>
                <c:pt idx="109">
                  <c:v>93.2638888888889</c:v>
                </c:pt>
                <c:pt idx="110">
                  <c:v>93.645833333333329</c:v>
                </c:pt>
                <c:pt idx="111">
                  <c:v>94.895833333333329</c:v>
                </c:pt>
                <c:pt idx="112">
                  <c:v>95.069444444444457</c:v>
                </c:pt>
                <c:pt idx="113">
                  <c:v>96.3888888888889</c:v>
                </c:pt>
                <c:pt idx="114">
                  <c:v>95.937500000000014</c:v>
                </c:pt>
                <c:pt idx="115">
                  <c:v>96.805555555555557</c:v>
                </c:pt>
                <c:pt idx="116">
                  <c:v>96.597222222222229</c:v>
                </c:pt>
                <c:pt idx="117">
                  <c:v>96.944444444444443</c:v>
                </c:pt>
                <c:pt idx="118">
                  <c:v>97.638888888888886</c:v>
                </c:pt>
                <c:pt idx="119">
                  <c:v>97.812499999999986</c:v>
                </c:pt>
                <c:pt idx="120">
                  <c:v>97.777777777777786</c:v>
                </c:pt>
                <c:pt idx="121">
                  <c:v>98.055555555555557</c:v>
                </c:pt>
                <c:pt idx="122">
                  <c:v>98.090277777777786</c:v>
                </c:pt>
                <c:pt idx="123">
                  <c:v>97.673611111111114</c:v>
                </c:pt>
                <c:pt idx="124">
                  <c:v>98.333333333333329</c:v>
                </c:pt>
                <c:pt idx="125">
                  <c:v>98.125</c:v>
                </c:pt>
                <c:pt idx="126">
                  <c:v>97.777777777777786</c:v>
                </c:pt>
                <c:pt idx="127">
                  <c:v>98.472222222222229</c:v>
                </c:pt>
                <c:pt idx="128">
                  <c:v>97.708333333333329</c:v>
                </c:pt>
                <c:pt idx="129">
                  <c:v>98.645833333333343</c:v>
                </c:pt>
                <c:pt idx="130">
                  <c:v>98.680555555555543</c:v>
                </c:pt>
                <c:pt idx="131">
                  <c:v>98.854166666666671</c:v>
                </c:pt>
                <c:pt idx="132">
                  <c:v>98.611111111111114</c:v>
                </c:pt>
                <c:pt idx="133">
                  <c:v>98.333333333333329</c:v>
                </c:pt>
                <c:pt idx="134">
                  <c:v>98.819444444444443</c:v>
                </c:pt>
                <c:pt idx="135">
                  <c:v>98.298611111111128</c:v>
                </c:pt>
                <c:pt idx="136">
                  <c:v>49.548611111111107</c:v>
                </c:pt>
                <c:pt idx="137">
                  <c:v>99.548611111111114</c:v>
                </c:pt>
                <c:pt idx="138">
                  <c:v>99.270833333333329</c:v>
                </c:pt>
                <c:pt idx="139">
                  <c:v>99.374999999999986</c:v>
                </c:pt>
                <c:pt idx="140">
                  <c:v>50.138888888888886</c:v>
                </c:pt>
                <c:pt idx="141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E8C-B440-A207-083C79BBBA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Sheet1!$A$2:$A$143</c:f>
              <c:strCache>
                <c:ptCount val="142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  <c:pt idx="7">
                  <c:v>56s</c:v>
                </c:pt>
                <c:pt idx="8">
                  <c:v>64s</c:v>
                </c:pt>
                <c:pt idx="9">
                  <c:v>72s</c:v>
                </c:pt>
                <c:pt idx="10">
                  <c:v>80s</c:v>
                </c:pt>
                <c:pt idx="11">
                  <c:v>88s</c:v>
                </c:pt>
                <c:pt idx="12">
                  <c:v>97s</c:v>
                </c:pt>
                <c:pt idx="13">
                  <c:v>104s</c:v>
                </c:pt>
                <c:pt idx="14">
                  <c:v>113s</c:v>
                </c:pt>
                <c:pt idx="15">
                  <c:v>121s</c:v>
                </c:pt>
                <c:pt idx="16">
                  <c:v>129s</c:v>
                </c:pt>
                <c:pt idx="17">
                  <c:v>137s</c:v>
                </c:pt>
                <c:pt idx="18">
                  <c:v>145s</c:v>
                </c:pt>
                <c:pt idx="19">
                  <c:v>153s</c:v>
                </c:pt>
                <c:pt idx="20">
                  <c:v>161s</c:v>
                </c:pt>
                <c:pt idx="21">
                  <c:v>169s</c:v>
                </c:pt>
                <c:pt idx="22">
                  <c:v>177s</c:v>
                </c:pt>
                <c:pt idx="23">
                  <c:v>185s</c:v>
                </c:pt>
                <c:pt idx="24">
                  <c:v>194s</c:v>
                </c:pt>
                <c:pt idx="25">
                  <c:v>202s</c:v>
                </c:pt>
                <c:pt idx="26">
                  <c:v>210s</c:v>
                </c:pt>
                <c:pt idx="27">
                  <c:v>218s</c:v>
                </c:pt>
                <c:pt idx="28">
                  <c:v>226s</c:v>
                </c:pt>
                <c:pt idx="29">
                  <c:v>234s</c:v>
                </c:pt>
                <c:pt idx="30">
                  <c:v>242s</c:v>
                </c:pt>
                <c:pt idx="31">
                  <c:v>250s</c:v>
                </c:pt>
                <c:pt idx="32">
                  <c:v>259s</c:v>
                </c:pt>
                <c:pt idx="33">
                  <c:v>267s</c:v>
                </c:pt>
                <c:pt idx="34">
                  <c:v>275s</c:v>
                </c:pt>
                <c:pt idx="35">
                  <c:v>283s</c:v>
                </c:pt>
                <c:pt idx="36">
                  <c:v>291s</c:v>
                </c:pt>
                <c:pt idx="37">
                  <c:v>298s</c:v>
                </c:pt>
                <c:pt idx="38">
                  <c:v>306s</c:v>
                </c:pt>
                <c:pt idx="39">
                  <c:v>314s</c:v>
                </c:pt>
                <c:pt idx="40">
                  <c:v>323s</c:v>
                </c:pt>
                <c:pt idx="41">
                  <c:v>330s</c:v>
                </c:pt>
                <c:pt idx="42">
                  <c:v>339s</c:v>
                </c:pt>
                <c:pt idx="43">
                  <c:v>346s</c:v>
                </c:pt>
                <c:pt idx="44">
                  <c:v>355s</c:v>
                </c:pt>
                <c:pt idx="45">
                  <c:v>363s</c:v>
                </c:pt>
                <c:pt idx="46">
                  <c:v>371s</c:v>
                </c:pt>
                <c:pt idx="47">
                  <c:v>379s</c:v>
                </c:pt>
                <c:pt idx="48">
                  <c:v>387s</c:v>
                </c:pt>
                <c:pt idx="49">
                  <c:v>395s</c:v>
                </c:pt>
                <c:pt idx="50">
                  <c:v>403s</c:v>
                </c:pt>
                <c:pt idx="51">
                  <c:v>411s</c:v>
                </c:pt>
                <c:pt idx="52">
                  <c:v>419s</c:v>
                </c:pt>
                <c:pt idx="53">
                  <c:v>427s</c:v>
                </c:pt>
                <c:pt idx="54">
                  <c:v>435s</c:v>
                </c:pt>
                <c:pt idx="55">
                  <c:v>443s</c:v>
                </c:pt>
                <c:pt idx="56">
                  <c:v>451s</c:v>
                </c:pt>
                <c:pt idx="57">
                  <c:v>459s</c:v>
                </c:pt>
                <c:pt idx="58">
                  <c:v>467s</c:v>
                </c:pt>
                <c:pt idx="59">
                  <c:v>475s</c:v>
                </c:pt>
                <c:pt idx="60">
                  <c:v>483s</c:v>
                </c:pt>
                <c:pt idx="61">
                  <c:v>491s</c:v>
                </c:pt>
                <c:pt idx="62">
                  <c:v>500s</c:v>
                </c:pt>
                <c:pt idx="63">
                  <c:v>508s</c:v>
                </c:pt>
                <c:pt idx="64">
                  <c:v>516s</c:v>
                </c:pt>
                <c:pt idx="65">
                  <c:v>524s</c:v>
                </c:pt>
                <c:pt idx="66">
                  <c:v>532s</c:v>
                </c:pt>
                <c:pt idx="67">
                  <c:v>540s</c:v>
                </c:pt>
                <c:pt idx="68">
                  <c:v>548s</c:v>
                </c:pt>
                <c:pt idx="69">
                  <c:v>556s</c:v>
                </c:pt>
                <c:pt idx="70">
                  <c:v>564s</c:v>
                </c:pt>
                <c:pt idx="71">
                  <c:v>572s</c:v>
                </c:pt>
                <c:pt idx="72">
                  <c:v>580s</c:v>
                </c:pt>
                <c:pt idx="73">
                  <c:v>588s</c:v>
                </c:pt>
                <c:pt idx="74">
                  <c:v>596s</c:v>
                </c:pt>
                <c:pt idx="75">
                  <c:v>604s</c:v>
                </c:pt>
                <c:pt idx="76">
                  <c:v>612s</c:v>
                </c:pt>
                <c:pt idx="77">
                  <c:v>620s</c:v>
                </c:pt>
                <c:pt idx="78">
                  <c:v>628s</c:v>
                </c:pt>
                <c:pt idx="79">
                  <c:v>637s</c:v>
                </c:pt>
                <c:pt idx="80">
                  <c:v>645s</c:v>
                </c:pt>
                <c:pt idx="81">
                  <c:v>653s</c:v>
                </c:pt>
                <c:pt idx="82">
                  <c:v>661s</c:v>
                </c:pt>
                <c:pt idx="83">
                  <c:v>669s</c:v>
                </c:pt>
                <c:pt idx="84">
                  <c:v>677s</c:v>
                </c:pt>
                <c:pt idx="85">
                  <c:v>685s</c:v>
                </c:pt>
                <c:pt idx="86">
                  <c:v>693s</c:v>
                </c:pt>
                <c:pt idx="87">
                  <c:v>701s</c:v>
                </c:pt>
                <c:pt idx="88">
                  <c:v>709s</c:v>
                </c:pt>
                <c:pt idx="89">
                  <c:v>717s</c:v>
                </c:pt>
                <c:pt idx="90">
                  <c:v>725s</c:v>
                </c:pt>
                <c:pt idx="91">
                  <c:v>733s</c:v>
                </c:pt>
                <c:pt idx="92">
                  <c:v>741s</c:v>
                </c:pt>
                <c:pt idx="93">
                  <c:v>749s</c:v>
                </c:pt>
                <c:pt idx="94">
                  <c:v>758s</c:v>
                </c:pt>
                <c:pt idx="95">
                  <c:v>766s</c:v>
                </c:pt>
                <c:pt idx="96">
                  <c:v>774s</c:v>
                </c:pt>
                <c:pt idx="97">
                  <c:v>782s</c:v>
                </c:pt>
                <c:pt idx="98">
                  <c:v>790s</c:v>
                </c:pt>
                <c:pt idx="99">
                  <c:v>798s</c:v>
                </c:pt>
                <c:pt idx="100">
                  <c:v>806s</c:v>
                </c:pt>
                <c:pt idx="101">
                  <c:v>814s</c:v>
                </c:pt>
                <c:pt idx="102">
                  <c:v>822s</c:v>
                </c:pt>
                <c:pt idx="103">
                  <c:v>830s</c:v>
                </c:pt>
                <c:pt idx="104">
                  <c:v>839s</c:v>
                </c:pt>
                <c:pt idx="105">
                  <c:v>847s</c:v>
                </c:pt>
                <c:pt idx="106">
                  <c:v>855s</c:v>
                </c:pt>
                <c:pt idx="107">
                  <c:v>863s</c:v>
                </c:pt>
                <c:pt idx="108">
                  <c:v>871s</c:v>
                </c:pt>
                <c:pt idx="109">
                  <c:v>878s</c:v>
                </c:pt>
                <c:pt idx="110">
                  <c:v>886s</c:v>
                </c:pt>
                <c:pt idx="111">
                  <c:v>894s</c:v>
                </c:pt>
                <c:pt idx="112">
                  <c:v>902s</c:v>
                </c:pt>
                <c:pt idx="113">
                  <c:v>910s</c:v>
                </c:pt>
                <c:pt idx="114">
                  <c:v>918s</c:v>
                </c:pt>
                <c:pt idx="115">
                  <c:v>926s</c:v>
                </c:pt>
                <c:pt idx="116">
                  <c:v>935s</c:v>
                </c:pt>
                <c:pt idx="117">
                  <c:v>943s</c:v>
                </c:pt>
                <c:pt idx="118">
                  <c:v>951s</c:v>
                </c:pt>
                <c:pt idx="119">
                  <c:v>959s</c:v>
                </c:pt>
                <c:pt idx="120">
                  <c:v>967s</c:v>
                </c:pt>
                <c:pt idx="121">
                  <c:v>975s</c:v>
                </c:pt>
                <c:pt idx="122">
                  <c:v>983s</c:v>
                </c:pt>
                <c:pt idx="123">
                  <c:v>991s</c:v>
                </c:pt>
                <c:pt idx="124">
                  <c:v>999s</c:v>
                </c:pt>
                <c:pt idx="125">
                  <c:v>1007s</c:v>
                </c:pt>
                <c:pt idx="126">
                  <c:v>1015s</c:v>
                </c:pt>
                <c:pt idx="127">
                  <c:v>1023s</c:v>
                </c:pt>
                <c:pt idx="128">
                  <c:v>1031s</c:v>
                </c:pt>
                <c:pt idx="129">
                  <c:v>1039s</c:v>
                </c:pt>
                <c:pt idx="130">
                  <c:v>1047s</c:v>
                </c:pt>
                <c:pt idx="131">
                  <c:v>1056s</c:v>
                </c:pt>
                <c:pt idx="132">
                  <c:v>1064s</c:v>
                </c:pt>
                <c:pt idx="133">
                  <c:v>1072s</c:v>
                </c:pt>
                <c:pt idx="134">
                  <c:v>1080s</c:v>
                </c:pt>
                <c:pt idx="135">
                  <c:v>1088s</c:v>
                </c:pt>
                <c:pt idx="136">
                  <c:v>1096s</c:v>
                </c:pt>
                <c:pt idx="137">
                  <c:v>1104s</c:v>
                </c:pt>
                <c:pt idx="138">
                  <c:v>1112s</c:v>
                </c:pt>
                <c:pt idx="139">
                  <c:v>1121s</c:v>
                </c:pt>
                <c:pt idx="140">
                  <c:v>1129s</c:v>
                </c:pt>
                <c:pt idx="141">
                  <c:v>1136s</c:v>
                </c:pt>
              </c:strCache>
            </c:strRef>
          </c:cat>
          <c:val>
            <c:numRef>
              <c:f>Sheet1!$B$2:$B$143</c:f>
              <c:numCache>
                <c:formatCode>General</c:formatCode>
                <c:ptCount val="142"/>
                <c:pt idx="0">
                  <c:v>3.8697916666666665</c:v>
                </c:pt>
                <c:pt idx="1">
                  <c:v>3.8697916666666665</c:v>
                </c:pt>
                <c:pt idx="2">
                  <c:v>3.8697916666666665</c:v>
                </c:pt>
                <c:pt idx="3">
                  <c:v>3.8671875</c:v>
                </c:pt>
                <c:pt idx="4">
                  <c:v>3.8671875</c:v>
                </c:pt>
                <c:pt idx="5">
                  <c:v>3.8671875</c:v>
                </c:pt>
                <c:pt idx="6">
                  <c:v>3.864583333333333</c:v>
                </c:pt>
                <c:pt idx="7">
                  <c:v>3.8619791666666665</c:v>
                </c:pt>
                <c:pt idx="8">
                  <c:v>3.8619791666666665</c:v>
                </c:pt>
                <c:pt idx="9">
                  <c:v>3.8619791666666665</c:v>
                </c:pt>
                <c:pt idx="10">
                  <c:v>3.8619791666666665</c:v>
                </c:pt>
                <c:pt idx="11">
                  <c:v>3.8619791666666665</c:v>
                </c:pt>
                <c:pt idx="12">
                  <c:v>3.8619791666666665</c:v>
                </c:pt>
                <c:pt idx="13">
                  <c:v>3.8619791666666665</c:v>
                </c:pt>
                <c:pt idx="14">
                  <c:v>3.8619791666666665</c:v>
                </c:pt>
                <c:pt idx="15">
                  <c:v>3.8619791666666665</c:v>
                </c:pt>
                <c:pt idx="16">
                  <c:v>3.8619791666666665</c:v>
                </c:pt>
                <c:pt idx="17">
                  <c:v>3.8619791666666665</c:v>
                </c:pt>
                <c:pt idx="18">
                  <c:v>3.8619791666666665</c:v>
                </c:pt>
                <c:pt idx="19">
                  <c:v>3.8619791666666665</c:v>
                </c:pt>
                <c:pt idx="20">
                  <c:v>3.8619791666666665</c:v>
                </c:pt>
                <c:pt idx="21">
                  <c:v>3.8619791666666665</c:v>
                </c:pt>
                <c:pt idx="22">
                  <c:v>3.8619791666666665</c:v>
                </c:pt>
                <c:pt idx="23">
                  <c:v>3.8619791666666665</c:v>
                </c:pt>
                <c:pt idx="24">
                  <c:v>3.8619791666666665</c:v>
                </c:pt>
                <c:pt idx="25">
                  <c:v>3.8619791666666665</c:v>
                </c:pt>
                <c:pt idx="26">
                  <c:v>3.8619791666666665</c:v>
                </c:pt>
                <c:pt idx="27">
                  <c:v>3.8619791666666665</c:v>
                </c:pt>
                <c:pt idx="28">
                  <c:v>3.8619791666666665</c:v>
                </c:pt>
                <c:pt idx="29">
                  <c:v>3.8619791666666665</c:v>
                </c:pt>
                <c:pt idx="30">
                  <c:v>3.8307291666666665</c:v>
                </c:pt>
                <c:pt idx="31">
                  <c:v>3.731770833333333</c:v>
                </c:pt>
                <c:pt idx="32">
                  <c:v>3.7161458333333335</c:v>
                </c:pt>
                <c:pt idx="33">
                  <c:v>3.7161458333333335</c:v>
                </c:pt>
                <c:pt idx="34">
                  <c:v>3.6796875</c:v>
                </c:pt>
                <c:pt idx="35">
                  <c:v>3.609375</c:v>
                </c:pt>
                <c:pt idx="36">
                  <c:v>3.5911458333333335</c:v>
                </c:pt>
                <c:pt idx="37">
                  <c:v>3.5911458333333335</c:v>
                </c:pt>
                <c:pt idx="38">
                  <c:v>3.5911458333333335</c:v>
                </c:pt>
                <c:pt idx="39">
                  <c:v>3.5911458333333335</c:v>
                </c:pt>
                <c:pt idx="40">
                  <c:v>3.5911458333333335</c:v>
                </c:pt>
                <c:pt idx="41">
                  <c:v>3.5911458333333335</c:v>
                </c:pt>
                <c:pt idx="42">
                  <c:v>3.5911458333333335</c:v>
                </c:pt>
                <c:pt idx="43">
                  <c:v>3.5911458333333335</c:v>
                </c:pt>
                <c:pt idx="44">
                  <c:v>3.5911458333333335</c:v>
                </c:pt>
                <c:pt idx="45">
                  <c:v>3.5911458333333335</c:v>
                </c:pt>
                <c:pt idx="46">
                  <c:v>3.5911458333333335</c:v>
                </c:pt>
                <c:pt idx="47">
                  <c:v>3.5911458333333335</c:v>
                </c:pt>
                <c:pt idx="48">
                  <c:v>3.5911458333333335</c:v>
                </c:pt>
                <c:pt idx="49">
                  <c:v>3.5911458333333335</c:v>
                </c:pt>
                <c:pt idx="50">
                  <c:v>3.5911458333333335</c:v>
                </c:pt>
                <c:pt idx="51">
                  <c:v>3.5911458333333335</c:v>
                </c:pt>
                <c:pt idx="52">
                  <c:v>3.5911458333333335</c:v>
                </c:pt>
                <c:pt idx="53">
                  <c:v>3.5911458333333335</c:v>
                </c:pt>
                <c:pt idx="54">
                  <c:v>3.5911458333333335</c:v>
                </c:pt>
                <c:pt idx="55">
                  <c:v>3.5911458333333335</c:v>
                </c:pt>
                <c:pt idx="56">
                  <c:v>3.5911458333333335</c:v>
                </c:pt>
                <c:pt idx="57">
                  <c:v>3.5911458333333335</c:v>
                </c:pt>
                <c:pt idx="58">
                  <c:v>3.5911458333333335</c:v>
                </c:pt>
                <c:pt idx="59">
                  <c:v>3.5911458333333335</c:v>
                </c:pt>
                <c:pt idx="60">
                  <c:v>3.5911458333333335</c:v>
                </c:pt>
                <c:pt idx="61">
                  <c:v>3.5911458333333335</c:v>
                </c:pt>
                <c:pt idx="62">
                  <c:v>3.5911458333333335</c:v>
                </c:pt>
                <c:pt idx="63">
                  <c:v>3.5911458333333335</c:v>
                </c:pt>
                <c:pt idx="64">
                  <c:v>3.5911458333333335</c:v>
                </c:pt>
                <c:pt idx="65">
                  <c:v>3.5911458333333335</c:v>
                </c:pt>
                <c:pt idx="66">
                  <c:v>3.690104166666667</c:v>
                </c:pt>
                <c:pt idx="67">
                  <c:v>3.690104166666667</c:v>
                </c:pt>
                <c:pt idx="68">
                  <c:v>3.690104166666667</c:v>
                </c:pt>
                <c:pt idx="69">
                  <c:v>3.690104166666667</c:v>
                </c:pt>
                <c:pt idx="70">
                  <c:v>3.6536458333333335</c:v>
                </c:pt>
                <c:pt idx="71">
                  <c:v>3.5937500000000004</c:v>
                </c:pt>
                <c:pt idx="72">
                  <c:v>3.5755208333333335</c:v>
                </c:pt>
                <c:pt idx="73">
                  <c:v>3.5755208333333335</c:v>
                </c:pt>
                <c:pt idx="74">
                  <c:v>3.5755208333333335</c:v>
                </c:pt>
                <c:pt idx="75">
                  <c:v>3.5755208333333335</c:v>
                </c:pt>
                <c:pt idx="76">
                  <c:v>3.5755208333333335</c:v>
                </c:pt>
                <c:pt idx="77">
                  <c:v>3.5755208333333335</c:v>
                </c:pt>
                <c:pt idx="78">
                  <c:v>3.5755208333333335</c:v>
                </c:pt>
                <c:pt idx="79">
                  <c:v>3.5755208333333335</c:v>
                </c:pt>
                <c:pt idx="80">
                  <c:v>3.5755208333333335</c:v>
                </c:pt>
                <c:pt idx="81">
                  <c:v>3.5755208333333335</c:v>
                </c:pt>
                <c:pt idx="82">
                  <c:v>3.5755208333333335</c:v>
                </c:pt>
                <c:pt idx="83">
                  <c:v>3.5755208333333335</c:v>
                </c:pt>
                <c:pt idx="84">
                  <c:v>3.5755208333333335</c:v>
                </c:pt>
                <c:pt idx="85">
                  <c:v>3.5755208333333335</c:v>
                </c:pt>
                <c:pt idx="86">
                  <c:v>3.5755208333333335</c:v>
                </c:pt>
                <c:pt idx="87">
                  <c:v>3.5755208333333335</c:v>
                </c:pt>
                <c:pt idx="88">
                  <c:v>3.5755208333333335</c:v>
                </c:pt>
                <c:pt idx="89">
                  <c:v>3.5755208333333335</c:v>
                </c:pt>
                <c:pt idx="90">
                  <c:v>3.5755208333333335</c:v>
                </c:pt>
                <c:pt idx="91">
                  <c:v>3.5755208333333335</c:v>
                </c:pt>
                <c:pt idx="92">
                  <c:v>3.5755208333333335</c:v>
                </c:pt>
                <c:pt idx="93">
                  <c:v>3.5755208333333335</c:v>
                </c:pt>
                <c:pt idx="94">
                  <c:v>3.5755208333333335</c:v>
                </c:pt>
                <c:pt idx="95">
                  <c:v>3.5755208333333335</c:v>
                </c:pt>
                <c:pt idx="96">
                  <c:v>3.5755208333333335</c:v>
                </c:pt>
                <c:pt idx="97">
                  <c:v>3.5755208333333335</c:v>
                </c:pt>
                <c:pt idx="98">
                  <c:v>3.5755208333333335</c:v>
                </c:pt>
                <c:pt idx="99">
                  <c:v>3.5755208333333335</c:v>
                </c:pt>
                <c:pt idx="100">
                  <c:v>3.5755208333333335</c:v>
                </c:pt>
                <c:pt idx="101">
                  <c:v>3.5755208333333335</c:v>
                </c:pt>
                <c:pt idx="102">
                  <c:v>3.8411458333333335</c:v>
                </c:pt>
                <c:pt idx="103">
                  <c:v>3.8177083333333335</c:v>
                </c:pt>
                <c:pt idx="104">
                  <c:v>3.8177083333333335</c:v>
                </c:pt>
                <c:pt idx="105">
                  <c:v>3.8125</c:v>
                </c:pt>
                <c:pt idx="106">
                  <c:v>3.8098958333333335</c:v>
                </c:pt>
                <c:pt idx="107">
                  <c:v>3.7994791666666665</c:v>
                </c:pt>
                <c:pt idx="108">
                  <c:v>3.7994791666666665</c:v>
                </c:pt>
                <c:pt idx="109">
                  <c:v>3.7994791666666665</c:v>
                </c:pt>
                <c:pt idx="110">
                  <c:v>3.7994791666666665</c:v>
                </c:pt>
                <c:pt idx="111">
                  <c:v>3.7994791666666665</c:v>
                </c:pt>
                <c:pt idx="112">
                  <c:v>3.7994791666666665</c:v>
                </c:pt>
                <c:pt idx="113">
                  <c:v>3.7994791666666665</c:v>
                </c:pt>
                <c:pt idx="114">
                  <c:v>3.7994791666666665</c:v>
                </c:pt>
                <c:pt idx="115">
                  <c:v>3.7994791666666665</c:v>
                </c:pt>
                <c:pt idx="116">
                  <c:v>3.7994791666666665</c:v>
                </c:pt>
                <c:pt idx="117">
                  <c:v>3.7994791666666665</c:v>
                </c:pt>
                <c:pt idx="118">
                  <c:v>3.7994791666666665</c:v>
                </c:pt>
                <c:pt idx="119">
                  <c:v>3.7994791666666665</c:v>
                </c:pt>
                <c:pt idx="120">
                  <c:v>3.7994791666666665</c:v>
                </c:pt>
                <c:pt idx="121">
                  <c:v>3.7994791666666665</c:v>
                </c:pt>
                <c:pt idx="122">
                  <c:v>3.7994791666666665</c:v>
                </c:pt>
                <c:pt idx="123">
                  <c:v>3.7994791666666665</c:v>
                </c:pt>
                <c:pt idx="124">
                  <c:v>3.7994791666666665</c:v>
                </c:pt>
                <c:pt idx="125">
                  <c:v>3.7994791666666665</c:v>
                </c:pt>
                <c:pt idx="126">
                  <c:v>3.7994791666666665</c:v>
                </c:pt>
                <c:pt idx="127">
                  <c:v>3.7994791666666665</c:v>
                </c:pt>
                <c:pt idx="128">
                  <c:v>3.7994791666666665</c:v>
                </c:pt>
                <c:pt idx="129">
                  <c:v>3.7994791666666665</c:v>
                </c:pt>
                <c:pt idx="130">
                  <c:v>3.7994791666666665</c:v>
                </c:pt>
                <c:pt idx="131">
                  <c:v>3.7994791666666665</c:v>
                </c:pt>
                <c:pt idx="132">
                  <c:v>3.7994791666666665</c:v>
                </c:pt>
                <c:pt idx="133">
                  <c:v>3.7994791666666665</c:v>
                </c:pt>
                <c:pt idx="134">
                  <c:v>3.7994791666666665</c:v>
                </c:pt>
                <c:pt idx="135">
                  <c:v>3.7994791666666665</c:v>
                </c:pt>
                <c:pt idx="136">
                  <c:v>3.7786458333333335</c:v>
                </c:pt>
                <c:pt idx="137">
                  <c:v>3.8385416666666665</c:v>
                </c:pt>
                <c:pt idx="138">
                  <c:v>3.8385416666666665</c:v>
                </c:pt>
                <c:pt idx="139">
                  <c:v>3.8385416666666665</c:v>
                </c:pt>
                <c:pt idx="140">
                  <c:v>3.8307291666666665</c:v>
                </c:pt>
                <c:pt idx="141">
                  <c:v>3.856770833333333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971-044B-B6D0-1EDF2AD557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Sheet1!$A$2:$A$143</c:f>
              <c:strCache>
                <c:ptCount val="142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  <c:pt idx="7">
                  <c:v>56s</c:v>
                </c:pt>
                <c:pt idx="8">
                  <c:v>64s</c:v>
                </c:pt>
                <c:pt idx="9">
                  <c:v>72s</c:v>
                </c:pt>
                <c:pt idx="10">
                  <c:v>80s</c:v>
                </c:pt>
                <c:pt idx="11">
                  <c:v>88s</c:v>
                </c:pt>
                <c:pt idx="12">
                  <c:v>97s</c:v>
                </c:pt>
                <c:pt idx="13">
                  <c:v>104s</c:v>
                </c:pt>
                <c:pt idx="14">
                  <c:v>113s</c:v>
                </c:pt>
                <c:pt idx="15">
                  <c:v>121s</c:v>
                </c:pt>
                <c:pt idx="16">
                  <c:v>129s</c:v>
                </c:pt>
                <c:pt idx="17">
                  <c:v>137s</c:v>
                </c:pt>
                <c:pt idx="18">
                  <c:v>145s</c:v>
                </c:pt>
                <c:pt idx="19">
                  <c:v>153s</c:v>
                </c:pt>
                <c:pt idx="20">
                  <c:v>161s</c:v>
                </c:pt>
                <c:pt idx="21">
                  <c:v>169s</c:v>
                </c:pt>
                <c:pt idx="22">
                  <c:v>177s</c:v>
                </c:pt>
                <c:pt idx="23">
                  <c:v>185s</c:v>
                </c:pt>
                <c:pt idx="24">
                  <c:v>194s</c:v>
                </c:pt>
                <c:pt idx="25">
                  <c:v>202s</c:v>
                </c:pt>
                <c:pt idx="26">
                  <c:v>210s</c:v>
                </c:pt>
                <c:pt idx="27">
                  <c:v>218s</c:v>
                </c:pt>
                <c:pt idx="28">
                  <c:v>226s</c:v>
                </c:pt>
                <c:pt idx="29">
                  <c:v>234s</c:v>
                </c:pt>
                <c:pt idx="30">
                  <c:v>242s</c:v>
                </c:pt>
                <c:pt idx="31">
                  <c:v>250s</c:v>
                </c:pt>
                <c:pt idx="32">
                  <c:v>259s</c:v>
                </c:pt>
                <c:pt idx="33">
                  <c:v>267s</c:v>
                </c:pt>
                <c:pt idx="34">
                  <c:v>275s</c:v>
                </c:pt>
                <c:pt idx="35">
                  <c:v>283s</c:v>
                </c:pt>
                <c:pt idx="36">
                  <c:v>291s</c:v>
                </c:pt>
                <c:pt idx="37">
                  <c:v>298s</c:v>
                </c:pt>
                <c:pt idx="38">
                  <c:v>306s</c:v>
                </c:pt>
                <c:pt idx="39">
                  <c:v>314s</c:v>
                </c:pt>
                <c:pt idx="40">
                  <c:v>323s</c:v>
                </c:pt>
                <c:pt idx="41">
                  <c:v>330s</c:v>
                </c:pt>
                <c:pt idx="42">
                  <c:v>339s</c:v>
                </c:pt>
                <c:pt idx="43">
                  <c:v>346s</c:v>
                </c:pt>
                <c:pt idx="44">
                  <c:v>355s</c:v>
                </c:pt>
                <c:pt idx="45">
                  <c:v>363s</c:v>
                </c:pt>
                <c:pt idx="46">
                  <c:v>371s</c:v>
                </c:pt>
                <c:pt idx="47">
                  <c:v>379s</c:v>
                </c:pt>
                <c:pt idx="48">
                  <c:v>387s</c:v>
                </c:pt>
                <c:pt idx="49">
                  <c:v>395s</c:v>
                </c:pt>
                <c:pt idx="50">
                  <c:v>403s</c:v>
                </c:pt>
                <c:pt idx="51">
                  <c:v>411s</c:v>
                </c:pt>
                <c:pt idx="52">
                  <c:v>419s</c:v>
                </c:pt>
                <c:pt idx="53">
                  <c:v>427s</c:v>
                </c:pt>
                <c:pt idx="54">
                  <c:v>435s</c:v>
                </c:pt>
                <c:pt idx="55">
                  <c:v>443s</c:v>
                </c:pt>
                <c:pt idx="56">
                  <c:v>451s</c:v>
                </c:pt>
                <c:pt idx="57">
                  <c:v>459s</c:v>
                </c:pt>
                <c:pt idx="58">
                  <c:v>467s</c:v>
                </c:pt>
                <c:pt idx="59">
                  <c:v>475s</c:v>
                </c:pt>
                <c:pt idx="60">
                  <c:v>483s</c:v>
                </c:pt>
                <c:pt idx="61">
                  <c:v>491s</c:v>
                </c:pt>
                <c:pt idx="62">
                  <c:v>500s</c:v>
                </c:pt>
                <c:pt idx="63">
                  <c:v>508s</c:v>
                </c:pt>
                <c:pt idx="64">
                  <c:v>516s</c:v>
                </c:pt>
                <c:pt idx="65">
                  <c:v>524s</c:v>
                </c:pt>
                <c:pt idx="66">
                  <c:v>532s</c:v>
                </c:pt>
                <c:pt idx="67">
                  <c:v>540s</c:v>
                </c:pt>
                <c:pt idx="68">
                  <c:v>548s</c:v>
                </c:pt>
                <c:pt idx="69">
                  <c:v>556s</c:v>
                </c:pt>
                <c:pt idx="70">
                  <c:v>564s</c:v>
                </c:pt>
                <c:pt idx="71">
                  <c:v>572s</c:v>
                </c:pt>
                <c:pt idx="72">
                  <c:v>580s</c:v>
                </c:pt>
                <c:pt idx="73">
                  <c:v>588s</c:v>
                </c:pt>
                <c:pt idx="74">
                  <c:v>596s</c:v>
                </c:pt>
                <c:pt idx="75">
                  <c:v>604s</c:v>
                </c:pt>
                <c:pt idx="76">
                  <c:v>612s</c:v>
                </c:pt>
                <c:pt idx="77">
                  <c:v>620s</c:v>
                </c:pt>
                <c:pt idx="78">
                  <c:v>628s</c:v>
                </c:pt>
                <c:pt idx="79">
                  <c:v>637s</c:v>
                </c:pt>
                <c:pt idx="80">
                  <c:v>645s</c:v>
                </c:pt>
                <c:pt idx="81">
                  <c:v>653s</c:v>
                </c:pt>
                <c:pt idx="82">
                  <c:v>661s</c:v>
                </c:pt>
                <c:pt idx="83">
                  <c:v>669s</c:v>
                </c:pt>
                <c:pt idx="84">
                  <c:v>677s</c:v>
                </c:pt>
                <c:pt idx="85">
                  <c:v>685s</c:v>
                </c:pt>
                <c:pt idx="86">
                  <c:v>693s</c:v>
                </c:pt>
                <c:pt idx="87">
                  <c:v>701s</c:v>
                </c:pt>
                <c:pt idx="88">
                  <c:v>709s</c:v>
                </c:pt>
                <c:pt idx="89">
                  <c:v>717s</c:v>
                </c:pt>
                <c:pt idx="90">
                  <c:v>725s</c:v>
                </c:pt>
                <c:pt idx="91">
                  <c:v>733s</c:v>
                </c:pt>
                <c:pt idx="92">
                  <c:v>741s</c:v>
                </c:pt>
                <c:pt idx="93">
                  <c:v>749s</c:v>
                </c:pt>
                <c:pt idx="94">
                  <c:v>758s</c:v>
                </c:pt>
                <c:pt idx="95">
                  <c:v>766s</c:v>
                </c:pt>
                <c:pt idx="96">
                  <c:v>774s</c:v>
                </c:pt>
                <c:pt idx="97">
                  <c:v>782s</c:v>
                </c:pt>
                <c:pt idx="98">
                  <c:v>790s</c:v>
                </c:pt>
                <c:pt idx="99">
                  <c:v>798s</c:v>
                </c:pt>
                <c:pt idx="100">
                  <c:v>806s</c:v>
                </c:pt>
                <c:pt idx="101">
                  <c:v>814s</c:v>
                </c:pt>
                <c:pt idx="102">
                  <c:v>822s</c:v>
                </c:pt>
                <c:pt idx="103">
                  <c:v>830s</c:v>
                </c:pt>
                <c:pt idx="104">
                  <c:v>839s</c:v>
                </c:pt>
                <c:pt idx="105">
                  <c:v>847s</c:v>
                </c:pt>
                <c:pt idx="106">
                  <c:v>855s</c:v>
                </c:pt>
                <c:pt idx="107">
                  <c:v>863s</c:v>
                </c:pt>
                <c:pt idx="108">
                  <c:v>871s</c:v>
                </c:pt>
                <c:pt idx="109">
                  <c:v>878s</c:v>
                </c:pt>
                <c:pt idx="110">
                  <c:v>886s</c:v>
                </c:pt>
                <c:pt idx="111">
                  <c:v>894s</c:v>
                </c:pt>
                <c:pt idx="112">
                  <c:v>902s</c:v>
                </c:pt>
                <c:pt idx="113">
                  <c:v>910s</c:v>
                </c:pt>
                <c:pt idx="114">
                  <c:v>918s</c:v>
                </c:pt>
                <c:pt idx="115">
                  <c:v>926s</c:v>
                </c:pt>
                <c:pt idx="116">
                  <c:v>935s</c:v>
                </c:pt>
                <c:pt idx="117">
                  <c:v>943s</c:v>
                </c:pt>
                <c:pt idx="118">
                  <c:v>951s</c:v>
                </c:pt>
                <c:pt idx="119">
                  <c:v>959s</c:v>
                </c:pt>
                <c:pt idx="120">
                  <c:v>967s</c:v>
                </c:pt>
                <c:pt idx="121">
                  <c:v>975s</c:v>
                </c:pt>
                <c:pt idx="122">
                  <c:v>983s</c:v>
                </c:pt>
                <c:pt idx="123">
                  <c:v>991s</c:v>
                </c:pt>
                <c:pt idx="124">
                  <c:v>999s</c:v>
                </c:pt>
                <c:pt idx="125">
                  <c:v>1007s</c:v>
                </c:pt>
                <c:pt idx="126">
                  <c:v>1015s</c:v>
                </c:pt>
                <c:pt idx="127">
                  <c:v>1023s</c:v>
                </c:pt>
                <c:pt idx="128">
                  <c:v>1031s</c:v>
                </c:pt>
                <c:pt idx="129">
                  <c:v>1039s</c:v>
                </c:pt>
                <c:pt idx="130">
                  <c:v>1047s</c:v>
                </c:pt>
                <c:pt idx="131">
                  <c:v>1056s</c:v>
                </c:pt>
                <c:pt idx="132">
                  <c:v>1064s</c:v>
                </c:pt>
                <c:pt idx="133">
                  <c:v>1072s</c:v>
                </c:pt>
                <c:pt idx="134">
                  <c:v>1080s</c:v>
                </c:pt>
                <c:pt idx="135">
                  <c:v>1088s</c:v>
                </c:pt>
                <c:pt idx="136">
                  <c:v>1096s</c:v>
                </c:pt>
                <c:pt idx="137">
                  <c:v>1104s</c:v>
                </c:pt>
                <c:pt idx="138">
                  <c:v>1112s</c:v>
                </c:pt>
                <c:pt idx="139">
                  <c:v>1121s</c:v>
                </c:pt>
                <c:pt idx="140">
                  <c:v>1129s</c:v>
                </c:pt>
                <c:pt idx="141">
                  <c:v>1136s</c:v>
                </c:pt>
              </c:strCache>
            </c:strRef>
          </c:cat>
          <c:val>
            <c:numRef>
              <c:f>Sheet1!$C$2:$C$143</c:f>
              <c:numCache>
                <c:formatCode>General</c:formatCode>
                <c:ptCount val="142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11</c:v>
                </c:pt>
                <c:pt idx="4">
                  <c:v>11</c:v>
                </c:pt>
                <c:pt idx="5">
                  <c:v>11</c:v>
                </c:pt>
                <c:pt idx="6">
                  <c:v>11</c:v>
                </c:pt>
                <c:pt idx="7">
                  <c:v>10.997395833333332</c:v>
                </c:pt>
                <c:pt idx="8">
                  <c:v>11</c:v>
                </c:pt>
                <c:pt idx="9">
                  <c:v>10.997395833333332</c:v>
                </c:pt>
                <c:pt idx="10">
                  <c:v>10.997395833333332</c:v>
                </c:pt>
                <c:pt idx="11">
                  <c:v>11</c:v>
                </c:pt>
                <c:pt idx="12">
                  <c:v>10.997395833333332</c:v>
                </c:pt>
                <c:pt idx="13">
                  <c:v>10.997395833333332</c:v>
                </c:pt>
                <c:pt idx="14">
                  <c:v>10.997395833333332</c:v>
                </c:pt>
                <c:pt idx="15">
                  <c:v>10.997395833333332</c:v>
                </c:pt>
                <c:pt idx="16">
                  <c:v>11</c:v>
                </c:pt>
                <c:pt idx="17">
                  <c:v>10.997395833333332</c:v>
                </c:pt>
                <c:pt idx="18">
                  <c:v>11</c:v>
                </c:pt>
                <c:pt idx="19">
                  <c:v>11</c:v>
                </c:pt>
                <c:pt idx="20">
                  <c:v>11</c:v>
                </c:pt>
                <c:pt idx="21">
                  <c:v>11</c:v>
                </c:pt>
                <c:pt idx="22">
                  <c:v>11</c:v>
                </c:pt>
                <c:pt idx="23">
                  <c:v>11</c:v>
                </c:pt>
                <c:pt idx="24">
                  <c:v>11</c:v>
                </c:pt>
                <c:pt idx="25">
                  <c:v>11</c:v>
                </c:pt>
                <c:pt idx="26">
                  <c:v>10.997395833333332</c:v>
                </c:pt>
                <c:pt idx="27">
                  <c:v>10.997395833333332</c:v>
                </c:pt>
                <c:pt idx="28">
                  <c:v>11</c:v>
                </c:pt>
                <c:pt idx="29">
                  <c:v>10.997395833333332</c:v>
                </c:pt>
                <c:pt idx="30">
                  <c:v>11.015625</c:v>
                </c:pt>
                <c:pt idx="31">
                  <c:v>11.044270833333332</c:v>
                </c:pt>
                <c:pt idx="32">
                  <c:v>11.049479166666666</c:v>
                </c:pt>
                <c:pt idx="33">
                  <c:v>11.049479166666666</c:v>
                </c:pt>
                <c:pt idx="34">
                  <c:v>11.062499999999998</c:v>
                </c:pt>
                <c:pt idx="35">
                  <c:v>11.09375</c:v>
                </c:pt>
                <c:pt idx="36">
                  <c:v>11.1015625</c:v>
                </c:pt>
                <c:pt idx="37">
                  <c:v>11.1015625</c:v>
                </c:pt>
                <c:pt idx="38">
                  <c:v>11.1015625</c:v>
                </c:pt>
                <c:pt idx="39">
                  <c:v>11.1015625</c:v>
                </c:pt>
                <c:pt idx="40">
                  <c:v>11.1015625</c:v>
                </c:pt>
                <c:pt idx="41">
                  <c:v>11.1015625</c:v>
                </c:pt>
                <c:pt idx="42">
                  <c:v>11.1015625</c:v>
                </c:pt>
                <c:pt idx="43">
                  <c:v>11.1015625</c:v>
                </c:pt>
                <c:pt idx="44">
                  <c:v>11.1015625</c:v>
                </c:pt>
                <c:pt idx="45">
                  <c:v>11.1015625</c:v>
                </c:pt>
                <c:pt idx="46">
                  <c:v>11.1015625</c:v>
                </c:pt>
                <c:pt idx="47">
                  <c:v>11.1015625</c:v>
                </c:pt>
                <c:pt idx="48">
                  <c:v>11.1015625</c:v>
                </c:pt>
                <c:pt idx="49">
                  <c:v>11.1015625</c:v>
                </c:pt>
                <c:pt idx="50">
                  <c:v>11.1015625</c:v>
                </c:pt>
                <c:pt idx="51">
                  <c:v>11.1015625</c:v>
                </c:pt>
                <c:pt idx="52">
                  <c:v>11.1015625</c:v>
                </c:pt>
                <c:pt idx="53">
                  <c:v>11.1015625</c:v>
                </c:pt>
                <c:pt idx="54">
                  <c:v>11.1015625</c:v>
                </c:pt>
                <c:pt idx="55">
                  <c:v>11.1015625</c:v>
                </c:pt>
                <c:pt idx="56">
                  <c:v>11.1015625</c:v>
                </c:pt>
                <c:pt idx="57">
                  <c:v>11.1015625</c:v>
                </c:pt>
                <c:pt idx="58">
                  <c:v>11.1015625</c:v>
                </c:pt>
                <c:pt idx="59">
                  <c:v>11.1015625</c:v>
                </c:pt>
                <c:pt idx="60">
                  <c:v>11.1015625</c:v>
                </c:pt>
                <c:pt idx="61">
                  <c:v>11.1015625</c:v>
                </c:pt>
                <c:pt idx="62">
                  <c:v>11.1015625</c:v>
                </c:pt>
                <c:pt idx="63">
                  <c:v>11.1015625</c:v>
                </c:pt>
                <c:pt idx="64">
                  <c:v>11.1015625</c:v>
                </c:pt>
                <c:pt idx="65">
                  <c:v>11.1015625</c:v>
                </c:pt>
                <c:pt idx="66">
                  <c:v>11.1328125</c:v>
                </c:pt>
                <c:pt idx="67">
                  <c:v>11.151041666666666</c:v>
                </c:pt>
                <c:pt idx="68">
                  <c:v>11.151041666666666</c:v>
                </c:pt>
                <c:pt idx="69">
                  <c:v>11.151041666666666</c:v>
                </c:pt>
                <c:pt idx="70">
                  <c:v>11.166666666666668</c:v>
                </c:pt>
                <c:pt idx="71">
                  <c:v>11.190104166666666</c:v>
                </c:pt>
                <c:pt idx="72">
                  <c:v>11.203125000000002</c:v>
                </c:pt>
                <c:pt idx="73">
                  <c:v>11.203125000000002</c:v>
                </c:pt>
                <c:pt idx="74">
                  <c:v>11.203125000000002</c:v>
                </c:pt>
                <c:pt idx="75">
                  <c:v>11.203125000000002</c:v>
                </c:pt>
                <c:pt idx="76">
                  <c:v>11.203125000000002</c:v>
                </c:pt>
                <c:pt idx="77">
                  <c:v>11.203125000000002</c:v>
                </c:pt>
                <c:pt idx="78">
                  <c:v>11.203125000000002</c:v>
                </c:pt>
                <c:pt idx="79">
                  <c:v>11.203125000000002</c:v>
                </c:pt>
                <c:pt idx="80">
                  <c:v>11.203125000000002</c:v>
                </c:pt>
                <c:pt idx="81">
                  <c:v>11.203125000000002</c:v>
                </c:pt>
                <c:pt idx="82">
                  <c:v>11.203125000000002</c:v>
                </c:pt>
                <c:pt idx="83">
                  <c:v>11.203125000000002</c:v>
                </c:pt>
                <c:pt idx="84">
                  <c:v>11.203125000000002</c:v>
                </c:pt>
                <c:pt idx="85">
                  <c:v>11.203125000000002</c:v>
                </c:pt>
                <c:pt idx="86">
                  <c:v>11.203125000000002</c:v>
                </c:pt>
                <c:pt idx="87">
                  <c:v>11.203125000000002</c:v>
                </c:pt>
                <c:pt idx="88">
                  <c:v>11.203125000000002</c:v>
                </c:pt>
                <c:pt idx="89">
                  <c:v>11.203125000000002</c:v>
                </c:pt>
                <c:pt idx="90">
                  <c:v>11.203125000000002</c:v>
                </c:pt>
                <c:pt idx="91">
                  <c:v>11.203125000000002</c:v>
                </c:pt>
                <c:pt idx="92">
                  <c:v>11.203125000000002</c:v>
                </c:pt>
                <c:pt idx="93">
                  <c:v>11.203125000000002</c:v>
                </c:pt>
                <c:pt idx="94">
                  <c:v>11.203125000000002</c:v>
                </c:pt>
                <c:pt idx="95">
                  <c:v>11.203125000000002</c:v>
                </c:pt>
                <c:pt idx="96">
                  <c:v>11.203125000000002</c:v>
                </c:pt>
                <c:pt idx="97">
                  <c:v>11.203125000000002</c:v>
                </c:pt>
                <c:pt idx="98">
                  <c:v>11.203125000000002</c:v>
                </c:pt>
                <c:pt idx="99">
                  <c:v>11.203125000000002</c:v>
                </c:pt>
                <c:pt idx="100">
                  <c:v>11.203125000000002</c:v>
                </c:pt>
                <c:pt idx="101">
                  <c:v>11.203125000000002</c:v>
                </c:pt>
                <c:pt idx="102">
                  <c:v>11.236979166666666</c:v>
                </c:pt>
                <c:pt idx="103">
                  <c:v>11.252604166666668</c:v>
                </c:pt>
                <c:pt idx="104">
                  <c:v>11.255208333333332</c:v>
                </c:pt>
                <c:pt idx="105">
                  <c:v>11.257812499999998</c:v>
                </c:pt>
                <c:pt idx="106">
                  <c:v>11.302083333333334</c:v>
                </c:pt>
                <c:pt idx="107">
                  <c:v>11.3046875</c:v>
                </c:pt>
                <c:pt idx="108">
                  <c:v>11.3046875</c:v>
                </c:pt>
                <c:pt idx="109">
                  <c:v>11.3046875</c:v>
                </c:pt>
                <c:pt idx="110">
                  <c:v>11.3046875</c:v>
                </c:pt>
                <c:pt idx="111">
                  <c:v>11.3046875</c:v>
                </c:pt>
                <c:pt idx="112">
                  <c:v>11.3046875</c:v>
                </c:pt>
                <c:pt idx="113">
                  <c:v>11.3046875</c:v>
                </c:pt>
                <c:pt idx="114">
                  <c:v>11.3046875</c:v>
                </c:pt>
                <c:pt idx="115">
                  <c:v>11.3046875</c:v>
                </c:pt>
                <c:pt idx="116">
                  <c:v>11.3046875</c:v>
                </c:pt>
                <c:pt idx="117">
                  <c:v>11.3046875</c:v>
                </c:pt>
                <c:pt idx="118">
                  <c:v>11.3046875</c:v>
                </c:pt>
                <c:pt idx="119">
                  <c:v>11.3046875</c:v>
                </c:pt>
                <c:pt idx="120">
                  <c:v>11.3046875</c:v>
                </c:pt>
                <c:pt idx="121">
                  <c:v>11.3046875</c:v>
                </c:pt>
                <c:pt idx="122">
                  <c:v>11.3046875</c:v>
                </c:pt>
                <c:pt idx="123">
                  <c:v>11.3046875</c:v>
                </c:pt>
                <c:pt idx="124">
                  <c:v>11.3046875</c:v>
                </c:pt>
                <c:pt idx="125">
                  <c:v>11.3046875</c:v>
                </c:pt>
                <c:pt idx="126">
                  <c:v>11.3046875</c:v>
                </c:pt>
                <c:pt idx="127">
                  <c:v>11.3046875</c:v>
                </c:pt>
                <c:pt idx="128">
                  <c:v>11.3046875</c:v>
                </c:pt>
                <c:pt idx="129">
                  <c:v>11.3046875</c:v>
                </c:pt>
                <c:pt idx="130">
                  <c:v>11.3046875</c:v>
                </c:pt>
                <c:pt idx="131">
                  <c:v>11.3046875</c:v>
                </c:pt>
                <c:pt idx="132">
                  <c:v>11.3046875</c:v>
                </c:pt>
                <c:pt idx="133">
                  <c:v>11.3046875</c:v>
                </c:pt>
                <c:pt idx="134">
                  <c:v>11.3046875</c:v>
                </c:pt>
                <c:pt idx="135">
                  <c:v>11.3046875</c:v>
                </c:pt>
                <c:pt idx="136">
                  <c:v>11.325520833333334</c:v>
                </c:pt>
                <c:pt idx="137">
                  <c:v>11.356770833333334</c:v>
                </c:pt>
                <c:pt idx="138">
                  <c:v>11.356770833333334</c:v>
                </c:pt>
                <c:pt idx="139">
                  <c:v>11.356770833333334</c:v>
                </c:pt>
                <c:pt idx="140">
                  <c:v>11.361979166666668</c:v>
                </c:pt>
                <c:pt idx="141">
                  <c:v>11.408854166666666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971-044B-B6D0-1EDF2AD5576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Sheet1!$A$2:$A$143</c:f>
              <c:strCache>
                <c:ptCount val="142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  <c:pt idx="7">
                  <c:v>56s</c:v>
                </c:pt>
                <c:pt idx="8">
                  <c:v>64s</c:v>
                </c:pt>
                <c:pt idx="9">
                  <c:v>72s</c:v>
                </c:pt>
                <c:pt idx="10">
                  <c:v>80s</c:v>
                </c:pt>
                <c:pt idx="11">
                  <c:v>88s</c:v>
                </c:pt>
                <c:pt idx="12">
                  <c:v>97s</c:v>
                </c:pt>
                <c:pt idx="13">
                  <c:v>104s</c:v>
                </c:pt>
                <c:pt idx="14">
                  <c:v>113s</c:v>
                </c:pt>
                <c:pt idx="15">
                  <c:v>121s</c:v>
                </c:pt>
                <c:pt idx="16">
                  <c:v>129s</c:v>
                </c:pt>
                <c:pt idx="17">
                  <c:v>137s</c:v>
                </c:pt>
                <c:pt idx="18">
                  <c:v>145s</c:v>
                </c:pt>
                <c:pt idx="19">
                  <c:v>153s</c:v>
                </c:pt>
                <c:pt idx="20">
                  <c:v>161s</c:v>
                </c:pt>
                <c:pt idx="21">
                  <c:v>169s</c:v>
                </c:pt>
                <c:pt idx="22">
                  <c:v>177s</c:v>
                </c:pt>
                <c:pt idx="23">
                  <c:v>185s</c:v>
                </c:pt>
                <c:pt idx="24">
                  <c:v>194s</c:v>
                </c:pt>
                <c:pt idx="25">
                  <c:v>202s</c:v>
                </c:pt>
                <c:pt idx="26">
                  <c:v>210s</c:v>
                </c:pt>
                <c:pt idx="27">
                  <c:v>218s</c:v>
                </c:pt>
                <c:pt idx="28">
                  <c:v>226s</c:v>
                </c:pt>
                <c:pt idx="29">
                  <c:v>234s</c:v>
                </c:pt>
                <c:pt idx="30">
                  <c:v>242s</c:v>
                </c:pt>
                <c:pt idx="31">
                  <c:v>250s</c:v>
                </c:pt>
                <c:pt idx="32">
                  <c:v>259s</c:v>
                </c:pt>
                <c:pt idx="33">
                  <c:v>267s</c:v>
                </c:pt>
                <c:pt idx="34">
                  <c:v>275s</c:v>
                </c:pt>
                <c:pt idx="35">
                  <c:v>283s</c:v>
                </c:pt>
                <c:pt idx="36">
                  <c:v>291s</c:v>
                </c:pt>
                <c:pt idx="37">
                  <c:v>298s</c:v>
                </c:pt>
                <c:pt idx="38">
                  <c:v>306s</c:v>
                </c:pt>
                <c:pt idx="39">
                  <c:v>314s</c:v>
                </c:pt>
                <c:pt idx="40">
                  <c:v>323s</c:v>
                </c:pt>
                <c:pt idx="41">
                  <c:v>330s</c:v>
                </c:pt>
                <c:pt idx="42">
                  <c:v>339s</c:v>
                </c:pt>
                <c:pt idx="43">
                  <c:v>346s</c:v>
                </c:pt>
                <c:pt idx="44">
                  <c:v>355s</c:v>
                </c:pt>
                <c:pt idx="45">
                  <c:v>363s</c:v>
                </c:pt>
                <c:pt idx="46">
                  <c:v>371s</c:v>
                </c:pt>
                <c:pt idx="47">
                  <c:v>379s</c:v>
                </c:pt>
                <c:pt idx="48">
                  <c:v>387s</c:v>
                </c:pt>
                <c:pt idx="49">
                  <c:v>395s</c:v>
                </c:pt>
                <c:pt idx="50">
                  <c:v>403s</c:v>
                </c:pt>
                <c:pt idx="51">
                  <c:v>411s</c:v>
                </c:pt>
                <c:pt idx="52">
                  <c:v>419s</c:v>
                </c:pt>
                <c:pt idx="53">
                  <c:v>427s</c:v>
                </c:pt>
                <c:pt idx="54">
                  <c:v>435s</c:v>
                </c:pt>
                <c:pt idx="55">
                  <c:v>443s</c:v>
                </c:pt>
                <c:pt idx="56">
                  <c:v>451s</c:v>
                </c:pt>
                <c:pt idx="57">
                  <c:v>459s</c:v>
                </c:pt>
                <c:pt idx="58">
                  <c:v>467s</c:v>
                </c:pt>
                <c:pt idx="59">
                  <c:v>475s</c:v>
                </c:pt>
                <c:pt idx="60">
                  <c:v>483s</c:v>
                </c:pt>
                <c:pt idx="61">
                  <c:v>491s</c:v>
                </c:pt>
                <c:pt idx="62">
                  <c:v>500s</c:v>
                </c:pt>
                <c:pt idx="63">
                  <c:v>508s</c:v>
                </c:pt>
                <c:pt idx="64">
                  <c:v>516s</c:v>
                </c:pt>
                <c:pt idx="65">
                  <c:v>524s</c:v>
                </c:pt>
                <c:pt idx="66">
                  <c:v>532s</c:v>
                </c:pt>
                <c:pt idx="67">
                  <c:v>540s</c:v>
                </c:pt>
                <c:pt idx="68">
                  <c:v>548s</c:v>
                </c:pt>
                <c:pt idx="69">
                  <c:v>556s</c:v>
                </c:pt>
                <c:pt idx="70">
                  <c:v>564s</c:v>
                </c:pt>
                <c:pt idx="71">
                  <c:v>572s</c:v>
                </c:pt>
                <c:pt idx="72">
                  <c:v>580s</c:v>
                </c:pt>
                <c:pt idx="73">
                  <c:v>588s</c:v>
                </c:pt>
                <c:pt idx="74">
                  <c:v>596s</c:v>
                </c:pt>
                <c:pt idx="75">
                  <c:v>604s</c:v>
                </c:pt>
                <c:pt idx="76">
                  <c:v>612s</c:v>
                </c:pt>
                <c:pt idx="77">
                  <c:v>620s</c:v>
                </c:pt>
                <c:pt idx="78">
                  <c:v>628s</c:v>
                </c:pt>
                <c:pt idx="79">
                  <c:v>637s</c:v>
                </c:pt>
                <c:pt idx="80">
                  <c:v>645s</c:v>
                </c:pt>
                <c:pt idx="81">
                  <c:v>653s</c:v>
                </c:pt>
                <c:pt idx="82">
                  <c:v>661s</c:v>
                </c:pt>
                <c:pt idx="83">
                  <c:v>669s</c:v>
                </c:pt>
                <c:pt idx="84">
                  <c:v>677s</c:v>
                </c:pt>
                <c:pt idx="85">
                  <c:v>685s</c:v>
                </c:pt>
                <c:pt idx="86">
                  <c:v>693s</c:v>
                </c:pt>
                <c:pt idx="87">
                  <c:v>701s</c:v>
                </c:pt>
                <c:pt idx="88">
                  <c:v>709s</c:v>
                </c:pt>
                <c:pt idx="89">
                  <c:v>717s</c:v>
                </c:pt>
                <c:pt idx="90">
                  <c:v>725s</c:v>
                </c:pt>
                <c:pt idx="91">
                  <c:v>733s</c:v>
                </c:pt>
                <c:pt idx="92">
                  <c:v>741s</c:v>
                </c:pt>
                <c:pt idx="93">
                  <c:v>749s</c:v>
                </c:pt>
                <c:pt idx="94">
                  <c:v>758s</c:v>
                </c:pt>
                <c:pt idx="95">
                  <c:v>766s</c:v>
                </c:pt>
                <c:pt idx="96">
                  <c:v>774s</c:v>
                </c:pt>
                <c:pt idx="97">
                  <c:v>782s</c:v>
                </c:pt>
                <c:pt idx="98">
                  <c:v>790s</c:v>
                </c:pt>
                <c:pt idx="99">
                  <c:v>798s</c:v>
                </c:pt>
                <c:pt idx="100">
                  <c:v>806s</c:v>
                </c:pt>
                <c:pt idx="101">
                  <c:v>814s</c:v>
                </c:pt>
                <c:pt idx="102">
                  <c:v>822s</c:v>
                </c:pt>
                <c:pt idx="103">
                  <c:v>830s</c:v>
                </c:pt>
                <c:pt idx="104">
                  <c:v>839s</c:v>
                </c:pt>
                <c:pt idx="105">
                  <c:v>847s</c:v>
                </c:pt>
                <c:pt idx="106">
                  <c:v>855s</c:v>
                </c:pt>
                <c:pt idx="107">
                  <c:v>863s</c:v>
                </c:pt>
                <c:pt idx="108">
                  <c:v>871s</c:v>
                </c:pt>
                <c:pt idx="109">
                  <c:v>878s</c:v>
                </c:pt>
                <c:pt idx="110">
                  <c:v>886s</c:v>
                </c:pt>
                <c:pt idx="111">
                  <c:v>894s</c:v>
                </c:pt>
                <c:pt idx="112">
                  <c:v>902s</c:v>
                </c:pt>
                <c:pt idx="113">
                  <c:v>910s</c:v>
                </c:pt>
                <c:pt idx="114">
                  <c:v>918s</c:v>
                </c:pt>
                <c:pt idx="115">
                  <c:v>926s</c:v>
                </c:pt>
                <c:pt idx="116">
                  <c:v>935s</c:v>
                </c:pt>
                <c:pt idx="117">
                  <c:v>943s</c:v>
                </c:pt>
                <c:pt idx="118">
                  <c:v>951s</c:v>
                </c:pt>
                <c:pt idx="119">
                  <c:v>959s</c:v>
                </c:pt>
                <c:pt idx="120">
                  <c:v>967s</c:v>
                </c:pt>
                <c:pt idx="121">
                  <c:v>975s</c:v>
                </c:pt>
                <c:pt idx="122">
                  <c:v>983s</c:v>
                </c:pt>
                <c:pt idx="123">
                  <c:v>991s</c:v>
                </c:pt>
                <c:pt idx="124">
                  <c:v>999s</c:v>
                </c:pt>
                <c:pt idx="125">
                  <c:v>1007s</c:v>
                </c:pt>
                <c:pt idx="126">
                  <c:v>1015s</c:v>
                </c:pt>
                <c:pt idx="127">
                  <c:v>1023s</c:v>
                </c:pt>
                <c:pt idx="128">
                  <c:v>1031s</c:v>
                </c:pt>
                <c:pt idx="129">
                  <c:v>1039s</c:v>
                </c:pt>
                <c:pt idx="130">
                  <c:v>1047s</c:v>
                </c:pt>
                <c:pt idx="131">
                  <c:v>1056s</c:v>
                </c:pt>
                <c:pt idx="132">
                  <c:v>1064s</c:v>
                </c:pt>
                <c:pt idx="133">
                  <c:v>1072s</c:v>
                </c:pt>
                <c:pt idx="134">
                  <c:v>1080s</c:v>
                </c:pt>
                <c:pt idx="135">
                  <c:v>1088s</c:v>
                </c:pt>
                <c:pt idx="136">
                  <c:v>1096s</c:v>
                </c:pt>
                <c:pt idx="137">
                  <c:v>1104s</c:v>
                </c:pt>
                <c:pt idx="138">
                  <c:v>1112s</c:v>
                </c:pt>
                <c:pt idx="139">
                  <c:v>1121s</c:v>
                </c:pt>
                <c:pt idx="140">
                  <c:v>1129s</c:v>
                </c:pt>
                <c:pt idx="141">
                  <c:v>1136s</c:v>
                </c:pt>
              </c:strCache>
            </c:strRef>
          </c:cat>
          <c:val>
            <c:numRef>
              <c:f>Sheet1!$D$2:$D$143</c:f>
              <c:numCache>
                <c:formatCode>General</c:formatCode>
                <c:ptCount val="142"/>
                <c:pt idx="0">
                  <c:v>2.0833333333333336E-2</c:v>
                </c:pt>
                <c:pt idx="1">
                  <c:v>2.0833333333333336E-2</c:v>
                </c:pt>
                <c:pt idx="2">
                  <c:v>2.0833333333333336E-2</c:v>
                </c:pt>
                <c:pt idx="3">
                  <c:v>2.0833333333333336E-2</c:v>
                </c:pt>
                <c:pt idx="4">
                  <c:v>2.0833333333333336E-2</c:v>
                </c:pt>
                <c:pt idx="5">
                  <c:v>2.0833333333333336E-2</c:v>
                </c:pt>
                <c:pt idx="6">
                  <c:v>2.0833333333333336E-2</c:v>
                </c:pt>
                <c:pt idx="7">
                  <c:v>2.0833333333333336E-2</c:v>
                </c:pt>
                <c:pt idx="8">
                  <c:v>2.0833333333333336E-2</c:v>
                </c:pt>
                <c:pt idx="9">
                  <c:v>2.0833333333333336E-2</c:v>
                </c:pt>
                <c:pt idx="10">
                  <c:v>2.0833333333333336E-2</c:v>
                </c:pt>
                <c:pt idx="11">
                  <c:v>2.0833333333333336E-2</c:v>
                </c:pt>
                <c:pt idx="12">
                  <c:v>2.0833333333333336E-2</c:v>
                </c:pt>
                <c:pt idx="13">
                  <c:v>2.0833333333333336E-2</c:v>
                </c:pt>
                <c:pt idx="14">
                  <c:v>2.0833333333333336E-2</c:v>
                </c:pt>
                <c:pt idx="15">
                  <c:v>2.0833333333333336E-2</c:v>
                </c:pt>
                <c:pt idx="16">
                  <c:v>2.0833333333333336E-2</c:v>
                </c:pt>
                <c:pt idx="17">
                  <c:v>2.0833333333333336E-2</c:v>
                </c:pt>
                <c:pt idx="18">
                  <c:v>2.0833333333333336E-2</c:v>
                </c:pt>
                <c:pt idx="19">
                  <c:v>2.0833333333333336E-2</c:v>
                </c:pt>
                <c:pt idx="20">
                  <c:v>2.0833333333333336E-2</c:v>
                </c:pt>
                <c:pt idx="21">
                  <c:v>2.0833333333333336E-2</c:v>
                </c:pt>
                <c:pt idx="22">
                  <c:v>2.0833333333333336E-2</c:v>
                </c:pt>
                <c:pt idx="23">
                  <c:v>2.0833333333333336E-2</c:v>
                </c:pt>
                <c:pt idx="24">
                  <c:v>2.0833333333333336E-2</c:v>
                </c:pt>
                <c:pt idx="25">
                  <c:v>2.0833333333333336E-2</c:v>
                </c:pt>
                <c:pt idx="26">
                  <c:v>2.0833333333333336E-2</c:v>
                </c:pt>
                <c:pt idx="27">
                  <c:v>2.0833333333333336E-2</c:v>
                </c:pt>
                <c:pt idx="28">
                  <c:v>2.0833333333333336E-2</c:v>
                </c:pt>
                <c:pt idx="29">
                  <c:v>2.0833333333333336E-2</c:v>
                </c:pt>
                <c:pt idx="30">
                  <c:v>2.0833333333333336E-2</c:v>
                </c:pt>
                <c:pt idx="31">
                  <c:v>2.0833333333333336E-2</c:v>
                </c:pt>
                <c:pt idx="32">
                  <c:v>2.0833333333333336E-2</c:v>
                </c:pt>
                <c:pt idx="33">
                  <c:v>2.0833333333333336E-2</c:v>
                </c:pt>
                <c:pt idx="34">
                  <c:v>2.0833333333333336E-2</c:v>
                </c:pt>
                <c:pt idx="35">
                  <c:v>1.8229166666666668E-2</c:v>
                </c:pt>
                <c:pt idx="36">
                  <c:v>2.0833333333333336E-2</c:v>
                </c:pt>
                <c:pt idx="37">
                  <c:v>2.0833333333333336E-2</c:v>
                </c:pt>
                <c:pt idx="38">
                  <c:v>2.0833333333333336E-2</c:v>
                </c:pt>
                <c:pt idx="39">
                  <c:v>2.0833333333333336E-2</c:v>
                </c:pt>
                <c:pt idx="40">
                  <c:v>2.0833333333333336E-2</c:v>
                </c:pt>
                <c:pt idx="41">
                  <c:v>2.0833333333333336E-2</c:v>
                </c:pt>
                <c:pt idx="42">
                  <c:v>2.0833333333333336E-2</c:v>
                </c:pt>
                <c:pt idx="43">
                  <c:v>2.0833333333333336E-2</c:v>
                </c:pt>
                <c:pt idx="44">
                  <c:v>2.0833333333333336E-2</c:v>
                </c:pt>
                <c:pt idx="45">
                  <c:v>2.0833333333333336E-2</c:v>
                </c:pt>
                <c:pt idx="46">
                  <c:v>2.0833333333333336E-2</c:v>
                </c:pt>
                <c:pt idx="47">
                  <c:v>2.0833333333333336E-2</c:v>
                </c:pt>
                <c:pt idx="48">
                  <c:v>2.0833333333333336E-2</c:v>
                </c:pt>
                <c:pt idx="49">
                  <c:v>2.0833333333333336E-2</c:v>
                </c:pt>
                <c:pt idx="50">
                  <c:v>2.0833333333333336E-2</c:v>
                </c:pt>
                <c:pt idx="51">
                  <c:v>2.0833333333333336E-2</c:v>
                </c:pt>
                <c:pt idx="52">
                  <c:v>2.0833333333333336E-2</c:v>
                </c:pt>
                <c:pt idx="53">
                  <c:v>2.0833333333333336E-2</c:v>
                </c:pt>
                <c:pt idx="54">
                  <c:v>2.0833333333333336E-2</c:v>
                </c:pt>
                <c:pt idx="55">
                  <c:v>2.0833333333333336E-2</c:v>
                </c:pt>
                <c:pt idx="56">
                  <c:v>2.0833333333333336E-2</c:v>
                </c:pt>
                <c:pt idx="57">
                  <c:v>1.8229166666666668E-2</c:v>
                </c:pt>
                <c:pt idx="58">
                  <c:v>1.8229166666666668E-2</c:v>
                </c:pt>
                <c:pt idx="59">
                  <c:v>1.8229166666666668E-2</c:v>
                </c:pt>
                <c:pt idx="60">
                  <c:v>1.8229166666666668E-2</c:v>
                </c:pt>
                <c:pt idx="61">
                  <c:v>1.8229166666666668E-2</c:v>
                </c:pt>
                <c:pt idx="62">
                  <c:v>1.8229166666666668E-2</c:v>
                </c:pt>
                <c:pt idx="63">
                  <c:v>1.8229166666666668E-2</c:v>
                </c:pt>
                <c:pt idx="64">
                  <c:v>1.8229166666666668E-2</c:v>
                </c:pt>
                <c:pt idx="65">
                  <c:v>1.8229166666666668E-2</c:v>
                </c:pt>
                <c:pt idx="66">
                  <c:v>2.0833333333333336E-2</c:v>
                </c:pt>
                <c:pt idx="67">
                  <c:v>2.0833333333333336E-2</c:v>
                </c:pt>
                <c:pt idx="68">
                  <c:v>2.0833333333333336E-2</c:v>
                </c:pt>
                <c:pt idx="69">
                  <c:v>2.0833333333333336E-2</c:v>
                </c:pt>
                <c:pt idx="70">
                  <c:v>2.0833333333333336E-2</c:v>
                </c:pt>
                <c:pt idx="71">
                  <c:v>2.0833333333333336E-2</c:v>
                </c:pt>
                <c:pt idx="72">
                  <c:v>2.0833333333333336E-2</c:v>
                </c:pt>
                <c:pt idx="73">
                  <c:v>2.0833333333333336E-2</c:v>
                </c:pt>
                <c:pt idx="74">
                  <c:v>2.0833333333333336E-2</c:v>
                </c:pt>
                <c:pt idx="75">
                  <c:v>2.0833333333333336E-2</c:v>
                </c:pt>
                <c:pt idx="76">
                  <c:v>2.0833333333333336E-2</c:v>
                </c:pt>
                <c:pt idx="77">
                  <c:v>2.0833333333333336E-2</c:v>
                </c:pt>
                <c:pt idx="78">
                  <c:v>2.0833333333333336E-2</c:v>
                </c:pt>
                <c:pt idx="79">
                  <c:v>2.0833333333333336E-2</c:v>
                </c:pt>
                <c:pt idx="80">
                  <c:v>2.0833333333333336E-2</c:v>
                </c:pt>
                <c:pt idx="81">
                  <c:v>2.0833333333333336E-2</c:v>
                </c:pt>
                <c:pt idx="82">
                  <c:v>2.0833333333333336E-2</c:v>
                </c:pt>
                <c:pt idx="83">
                  <c:v>2.0833333333333336E-2</c:v>
                </c:pt>
                <c:pt idx="84">
                  <c:v>2.0833333333333336E-2</c:v>
                </c:pt>
                <c:pt idx="85">
                  <c:v>2.0833333333333336E-2</c:v>
                </c:pt>
                <c:pt idx="86">
                  <c:v>2.0833333333333336E-2</c:v>
                </c:pt>
                <c:pt idx="87">
                  <c:v>1.8229166666666668E-2</c:v>
                </c:pt>
                <c:pt idx="88">
                  <c:v>1.8229166666666668E-2</c:v>
                </c:pt>
                <c:pt idx="89">
                  <c:v>1.8229166666666668E-2</c:v>
                </c:pt>
                <c:pt idx="90">
                  <c:v>1.8229166666666668E-2</c:v>
                </c:pt>
                <c:pt idx="91">
                  <c:v>1.8229166666666668E-2</c:v>
                </c:pt>
                <c:pt idx="92">
                  <c:v>1.8229166666666668E-2</c:v>
                </c:pt>
                <c:pt idx="93">
                  <c:v>1.8229166666666668E-2</c:v>
                </c:pt>
                <c:pt idx="94">
                  <c:v>1.8229166666666668E-2</c:v>
                </c:pt>
                <c:pt idx="95">
                  <c:v>1.8229166666666668E-2</c:v>
                </c:pt>
                <c:pt idx="96">
                  <c:v>1.8229166666666668E-2</c:v>
                </c:pt>
                <c:pt idx="97">
                  <c:v>1.8229166666666668E-2</c:v>
                </c:pt>
                <c:pt idx="98">
                  <c:v>1.8229166666666668E-2</c:v>
                </c:pt>
                <c:pt idx="99">
                  <c:v>1.8229166666666668E-2</c:v>
                </c:pt>
                <c:pt idx="100">
                  <c:v>1.8229166666666668E-2</c:v>
                </c:pt>
                <c:pt idx="101">
                  <c:v>1.8229166666666668E-2</c:v>
                </c:pt>
                <c:pt idx="102">
                  <c:v>2.0833333333333336E-2</c:v>
                </c:pt>
                <c:pt idx="103">
                  <c:v>2.0833333333333336E-2</c:v>
                </c:pt>
                <c:pt idx="104">
                  <c:v>2.0833333333333336E-2</c:v>
                </c:pt>
                <c:pt idx="105">
                  <c:v>2.0833333333333336E-2</c:v>
                </c:pt>
                <c:pt idx="106">
                  <c:v>2.0833333333333336E-2</c:v>
                </c:pt>
                <c:pt idx="107">
                  <c:v>2.0833333333333336E-2</c:v>
                </c:pt>
                <c:pt idx="108">
                  <c:v>2.0833333333333336E-2</c:v>
                </c:pt>
                <c:pt idx="109">
                  <c:v>2.0833333333333336E-2</c:v>
                </c:pt>
                <c:pt idx="110">
                  <c:v>2.0833333333333336E-2</c:v>
                </c:pt>
                <c:pt idx="111">
                  <c:v>2.0833333333333336E-2</c:v>
                </c:pt>
                <c:pt idx="112">
                  <c:v>2.0833333333333336E-2</c:v>
                </c:pt>
                <c:pt idx="113">
                  <c:v>2.0833333333333336E-2</c:v>
                </c:pt>
                <c:pt idx="114">
                  <c:v>2.0833333333333336E-2</c:v>
                </c:pt>
                <c:pt idx="115">
                  <c:v>2.0833333333333336E-2</c:v>
                </c:pt>
                <c:pt idx="116">
                  <c:v>2.0833333333333336E-2</c:v>
                </c:pt>
                <c:pt idx="117">
                  <c:v>2.0833333333333336E-2</c:v>
                </c:pt>
                <c:pt idx="118">
                  <c:v>2.0833333333333336E-2</c:v>
                </c:pt>
                <c:pt idx="119">
                  <c:v>2.0833333333333336E-2</c:v>
                </c:pt>
                <c:pt idx="120">
                  <c:v>2.0833333333333336E-2</c:v>
                </c:pt>
                <c:pt idx="121">
                  <c:v>2.0833333333333336E-2</c:v>
                </c:pt>
                <c:pt idx="122">
                  <c:v>2.0833333333333336E-2</c:v>
                </c:pt>
                <c:pt idx="123">
                  <c:v>2.0833333333333336E-2</c:v>
                </c:pt>
                <c:pt idx="124">
                  <c:v>2.0833333333333336E-2</c:v>
                </c:pt>
                <c:pt idx="125">
                  <c:v>2.0833333333333336E-2</c:v>
                </c:pt>
                <c:pt idx="126">
                  <c:v>2.0833333333333336E-2</c:v>
                </c:pt>
                <c:pt idx="127">
                  <c:v>2.0833333333333336E-2</c:v>
                </c:pt>
                <c:pt idx="128">
                  <c:v>2.0833333333333336E-2</c:v>
                </c:pt>
                <c:pt idx="129">
                  <c:v>1.8229166666666668E-2</c:v>
                </c:pt>
                <c:pt idx="130">
                  <c:v>1.8229166666666668E-2</c:v>
                </c:pt>
                <c:pt idx="131">
                  <c:v>1.8229166666666668E-2</c:v>
                </c:pt>
                <c:pt idx="132">
                  <c:v>1.8229166666666668E-2</c:v>
                </c:pt>
                <c:pt idx="133">
                  <c:v>1.8229166666666668E-2</c:v>
                </c:pt>
                <c:pt idx="134">
                  <c:v>1.8229166666666668E-2</c:v>
                </c:pt>
                <c:pt idx="135">
                  <c:v>1.8229166666666668E-2</c:v>
                </c:pt>
                <c:pt idx="136">
                  <c:v>2.0833333333333336E-2</c:v>
                </c:pt>
                <c:pt idx="137">
                  <c:v>2.0833333333333336E-2</c:v>
                </c:pt>
                <c:pt idx="138">
                  <c:v>2.0833333333333336E-2</c:v>
                </c:pt>
                <c:pt idx="139">
                  <c:v>2.0833333333333336E-2</c:v>
                </c:pt>
                <c:pt idx="140">
                  <c:v>2.0833333333333336E-2</c:v>
                </c:pt>
                <c:pt idx="141">
                  <c:v>2.0833333333333336E-2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971-044B-B6D0-1EDF2AD5576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Sheet1!$A$2:$A$143</c:f>
              <c:strCache>
                <c:ptCount val="142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  <c:pt idx="7">
                  <c:v>56s</c:v>
                </c:pt>
                <c:pt idx="8">
                  <c:v>64s</c:v>
                </c:pt>
                <c:pt idx="9">
                  <c:v>72s</c:v>
                </c:pt>
                <c:pt idx="10">
                  <c:v>80s</c:v>
                </c:pt>
                <c:pt idx="11">
                  <c:v>88s</c:v>
                </c:pt>
                <c:pt idx="12">
                  <c:v>97s</c:v>
                </c:pt>
                <c:pt idx="13">
                  <c:v>104s</c:v>
                </c:pt>
                <c:pt idx="14">
                  <c:v>113s</c:v>
                </c:pt>
                <c:pt idx="15">
                  <c:v>121s</c:v>
                </c:pt>
                <c:pt idx="16">
                  <c:v>129s</c:v>
                </c:pt>
                <c:pt idx="17">
                  <c:v>137s</c:v>
                </c:pt>
                <c:pt idx="18">
                  <c:v>145s</c:v>
                </c:pt>
                <c:pt idx="19">
                  <c:v>153s</c:v>
                </c:pt>
                <c:pt idx="20">
                  <c:v>161s</c:v>
                </c:pt>
                <c:pt idx="21">
                  <c:v>169s</c:v>
                </c:pt>
                <c:pt idx="22">
                  <c:v>177s</c:v>
                </c:pt>
                <c:pt idx="23">
                  <c:v>185s</c:v>
                </c:pt>
                <c:pt idx="24">
                  <c:v>194s</c:v>
                </c:pt>
                <c:pt idx="25">
                  <c:v>202s</c:v>
                </c:pt>
                <c:pt idx="26">
                  <c:v>210s</c:v>
                </c:pt>
                <c:pt idx="27">
                  <c:v>218s</c:v>
                </c:pt>
                <c:pt idx="28">
                  <c:v>226s</c:v>
                </c:pt>
                <c:pt idx="29">
                  <c:v>234s</c:v>
                </c:pt>
                <c:pt idx="30">
                  <c:v>242s</c:v>
                </c:pt>
                <c:pt idx="31">
                  <c:v>250s</c:v>
                </c:pt>
                <c:pt idx="32">
                  <c:v>259s</c:v>
                </c:pt>
                <c:pt idx="33">
                  <c:v>267s</c:v>
                </c:pt>
                <c:pt idx="34">
                  <c:v>275s</c:v>
                </c:pt>
                <c:pt idx="35">
                  <c:v>283s</c:v>
                </c:pt>
                <c:pt idx="36">
                  <c:v>291s</c:v>
                </c:pt>
                <c:pt idx="37">
                  <c:v>298s</c:v>
                </c:pt>
                <c:pt idx="38">
                  <c:v>306s</c:v>
                </c:pt>
                <c:pt idx="39">
                  <c:v>314s</c:v>
                </c:pt>
                <c:pt idx="40">
                  <c:v>323s</c:v>
                </c:pt>
                <c:pt idx="41">
                  <c:v>330s</c:v>
                </c:pt>
                <c:pt idx="42">
                  <c:v>339s</c:v>
                </c:pt>
                <c:pt idx="43">
                  <c:v>346s</c:v>
                </c:pt>
                <c:pt idx="44">
                  <c:v>355s</c:v>
                </c:pt>
                <c:pt idx="45">
                  <c:v>363s</c:v>
                </c:pt>
                <c:pt idx="46">
                  <c:v>371s</c:v>
                </c:pt>
                <c:pt idx="47">
                  <c:v>379s</c:v>
                </c:pt>
                <c:pt idx="48">
                  <c:v>387s</c:v>
                </c:pt>
                <c:pt idx="49">
                  <c:v>395s</c:v>
                </c:pt>
                <c:pt idx="50">
                  <c:v>403s</c:v>
                </c:pt>
                <c:pt idx="51">
                  <c:v>411s</c:v>
                </c:pt>
                <c:pt idx="52">
                  <c:v>419s</c:v>
                </c:pt>
                <c:pt idx="53">
                  <c:v>427s</c:v>
                </c:pt>
                <c:pt idx="54">
                  <c:v>435s</c:v>
                </c:pt>
                <c:pt idx="55">
                  <c:v>443s</c:v>
                </c:pt>
                <c:pt idx="56">
                  <c:v>451s</c:v>
                </c:pt>
                <c:pt idx="57">
                  <c:v>459s</c:v>
                </c:pt>
                <c:pt idx="58">
                  <c:v>467s</c:v>
                </c:pt>
                <c:pt idx="59">
                  <c:v>475s</c:v>
                </c:pt>
                <c:pt idx="60">
                  <c:v>483s</c:v>
                </c:pt>
                <c:pt idx="61">
                  <c:v>491s</c:v>
                </c:pt>
                <c:pt idx="62">
                  <c:v>500s</c:v>
                </c:pt>
                <c:pt idx="63">
                  <c:v>508s</c:v>
                </c:pt>
                <c:pt idx="64">
                  <c:v>516s</c:v>
                </c:pt>
                <c:pt idx="65">
                  <c:v>524s</c:v>
                </c:pt>
                <c:pt idx="66">
                  <c:v>532s</c:v>
                </c:pt>
                <c:pt idx="67">
                  <c:v>540s</c:v>
                </c:pt>
                <c:pt idx="68">
                  <c:v>548s</c:v>
                </c:pt>
                <c:pt idx="69">
                  <c:v>556s</c:v>
                </c:pt>
                <c:pt idx="70">
                  <c:v>564s</c:v>
                </c:pt>
                <c:pt idx="71">
                  <c:v>572s</c:v>
                </c:pt>
                <c:pt idx="72">
                  <c:v>580s</c:v>
                </c:pt>
                <c:pt idx="73">
                  <c:v>588s</c:v>
                </c:pt>
                <c:pt idx="74">
                  <c:v>596s</c:v>
                </c:pt>
                <c:pt idx="75">
                  <c:v>604s</c:v>
                </c:pt>
                <c:pt idx="76">
                  <c:v>612s</c:v>
                </c:pt>
                <c:pt idx="77">
                  <c:v>620s</c:v>
                </c:pt>
                <c:pt idx="78">
                  <c:v>628s</c:v>
                </c:pt>
                <c:pt idx="79">
                  <c:v>637s</c:v>
                </c:pt>
                <c:pt idx="80">
                  <c:v>645s</c:v>
                </c:pt>
                <c:pt idx="81">
                  <c:v>653s</c:v>
                </c:pt>
                <c:pt idx="82">
                  <c:v>661s</c:v>
                </c:pt>
                <c:pt idx="83">
                  <c:v>669s</c:v>
                </c:pt>
                <c:pt idx="84">
                  <c:v>677s</c:v>
                </c:pt>
                <c:pt idx="85">
                  <c:v>685s</c:v>
                </c:pt>
                <c:pt idx="86">
                  <c:v>693s</c:v>
                </c:pt>
                <c:pt idx="87">
                  <c:v>701s</c:v>
                </c:pt>
                <c:pt idx="88">
                  <c:v>709s</c:v>
                </c:pt>
                <c:pt idx="89">
                  <c:v>717s</c:v>
                </c:pt>
                <c:pt idx="90">
                  <c:v>725s</c:v>
                </c:pt>
                <c:pt idx="91">
                  <c:v>733s</c:v>
                </c:pt>
                <c:pt idx="92">
                  <c:v>741s</c:v>
                </c:pt>
                <c:pt idx="93">
                  <c:v>749s</c:v>
                </c:pt>
                <c:pt idx="94">
                  <c:v>758s</c:v>
                </c:pt>
                <c:pt idx="95">
                  <c:v>766s</c:v>
                </c:pt>
                <c:pt idx="96">
                  <c:v>774s</c:v>
                </c:pt>
                <c:pt idx="97">
                  <c:v>782s</c:v>
                </c:pt>
                <c:pt idx="98">
                  <c:v>790s</c:v>
                </c:pt>
                <c:pt idx="99">
                  <c:v>798s</c:v>
                </c:pt>
                <c:pt idx="100">
                  <c:v>806s</c:v>
                </c:pt>
                <c:pt idx="101">
                  <c:v>814s</c:v>
                </c:pt>
                <c:pt idx="102">
                  <c:v>822s</c:v>
                </c:pt>
                <c:pt idx="103">
                  <c:v>830s</c:v>
                </c:pt>
                <c:pt idx="104">
                  <c:v>839s</c:v>
                </c:pt>
                <c:pt idx="105">
                  <c:v>847s</c:v>
                </c:pt>
                <c:pt idx="106">
                  <c:v>855s</c:v>
                </c:pt>
                <c:pt idx="107">
                  <c:v>863s</c:v>
                </c:pt>
                <c:pt idx="108">
                  <c:v>871s</c:v>
                </c:pt>
                <c:pt idx="109">
                  <c:v>878s</c:v>
                </c:pt>
                <c:pt idx="110">
                  <c:v>886s</c:v>
                </c:pt>
                <c:pt idx="111">
                  <c:v>894s</c:v>
                </c:pt>
                <c:pt idx="112">
                  <c:v>902s</c:v>
                </c:pt>
                <c:pt idx="113">
                  <c:v>910s</c:v>
                </c:pt>
                <c:pt idx="114">
                  <c:v>918s</c:v>
                </c:pt>
                <c:pt idx="115">
                  <c:v>926s</c:v>
                </c:pt>
                <c:pt idx="116">
                  <c:v>935s</c:v>
                </c:pt>
                <c:pt idx="117">
                  <c:v>943s</c:v>
                </c:pt>
                <c:pt idx="118">
                  <c:v>951s</c:v>
                </c:pt>
                <c:pt idx="119">
                  <c:v>959s</c:v>
                </c:pt>
                <c:pt idx="120">
                  <c:v>967s</c:v>
                </c:pt>
                <c:pt idx="121">
                  <c:v>975s</c:v>
                </c:pt>
                <c:pt idx="122">
                  <c:v>983s</c:v>
                </c:pt>
                <c:pt idx="123">
                  <c:v>991s</c:v>
                </c:pt>
                <c:pt idx="124">
                  <c:v>999s</c:v>
                </c:pt>
                <c:pt idx="125">
                  <c:v>1007s</c:v>
                </c:pt>
                <c:pt idx="126">
                  <c:v>1015s</c:v>
                </c:pt>
                <c:pt idx="127">
                  <c:v>1023s</c:v>
                </c:pt>
                <c:pt idx="128">
                  <c:v>1031s</c:v>
                </c:pt>
                <c:pt idx="129">
                  <c:v>1039s</c:v>
                </c:pt>
                <c:pt idx="130">
                  <c:v>1047s</c:v>
                </c:pt>
                <c:pt idx="131">
                  <c:v>1056s</c:v>
                </c:pt>
                <c:pt idx="132">
                  <c:v>1064s</c:v>
                </c:pt>
                <c:pt idx="133">
                  <c:v>1072s</c:v>
                </c:pt>
                <c:pt idx="134">
                  <c:v>1080s</c:v>
                </c:pt>
                <c:pt idx="135">
                  <c:v>1088s</c:v>
                </c:pt>
                <c:pt idx="136">
                  <c:v>1096s</c:v>
                </c:pt>
                <c:pt idx="137">
                  <c:v>1104s</c:v>
                </c:pt>
                <c:pt idx="138">
                  <c:v>1112s</c:v>
                </c:pt>
                <c:pt idx="139">
                  <c:v>1121s</c:v>
                </c:pt>
                <c:pt idx="140">
                  <c:v>1129s</c:v>
                </c:pt>
                <c:pt idx="141">
                  <c:v>1136s</c:v>
                </c:pt>
              </c:strCache>
            </c:strRef>
          </c:cat>
          <c:val>
            <c:numRef>
              <c:f>Sheet1!$E$2:$E$143</c:f>
              <c:numCache>
                <c:formatCode>General</c:formatCode>
                <c:ptCount val="142"/>
                <c:pt idx="0">
                  <c:v>1.3784722222222223</c:v>
                </c:pt>
                <c:pt idx="1">
                  <c:v>1.3802083333333333</c:v>
                </c:pt>
                <c:pt idx="2">
                  <c:v>1.3836805555555556</c:v>
                </c:pt>
                <c:pt idx="3">
                  <c:v>1.3854166666666667</c:v>
                </c:pt>
                <c:pt idx="4">
                  <c:v>1.3819444444444444</c:v>
                </c:pt>
                <c:pt idx="5">
                  <c:v>1.3854166666666667</c:v>
                </c:pt>
                <c:pt idx="6">
                  <c:v>1.3819444444444444</c:v>
                </c:pt>
                <c:pt idx="7">
                  <c:v>1.3871527777777777</c:v>
                </c:pt>
                <c:pt idx="8">
                  <c:v>1.3854166666666667</c:v>
                </c:pt>
                <c:pt idx="9">
                  <c:v>1.3871527777777777</c:v>
                </c:pt>
                <c:pt idx="10">
                  <c:v>1.3888888888888888</c:v>
                </c:pt>
                <c:pt idx="11">
                  <c:v>1.3888888888888888</c:v>
                </c:pt>
                <c:pt idx="12">
                  <c:v>1.3888888888888888</c:v>
                </c:pt>
                <c:pt idx="13">
                  <c:v>1.3923611111111112</c:v>
                </c:pt>
                <c:pt idx="14">
                  <c:v>1.3888888888888888</c:v>
                </c:pt>
                <c:pt idx="15">
                  <c:v>1.390625</c:v>
                </c:pt>
                <c:pt idx="16">
                  <c:v>1.3923611111111112</c:v>
                </c:pt>
                <c:pt idx="17">
                  <c:v>1.3888888888888888</c:v>
                </c:pt>
                <c:pt idx="18">
                  <c:v>1.390625</c:v>
                </c:pt>
                <c:pt idx="19">
                  <c:v>1.395833333333333</c:v>
                </c:pt>
                <c:pt idx="20">
                  <c:v>1.395833333333333</c:v>
                </c:pt>
                <c:pt idx="21">
                  <c:v>1.3993055555555558</c:v>
                </c:pt>
                <c:pt idx="22">
                  <c:v>1.395833333333333</c:v>
                </c:pt>
                <c:pt idx="23">
                  <c:v>1.4027777777777777</c:v>
                </c:pt>
                <c:pt idx="24">
                  <c:v>1.3993055555555558</c:v>
                </c:pt>
                <c:pt idx="25">
                  <c:v>1.4010416666666667</c:v>
                </c:pt>
                <c:pt idx="26">
                  <c:v>1.4027777777777777</c:v>
                </c:pt>
                <c:pt idx="27">
                  <c:v>1.3993055555555558</c:v>
                </c:pt>
                <c:pt idx="28">
                  <c:v>1.4027777777777777</c:v>
                </c:pt>
                <c:pt idx="29">
                  <c:v>1.4045138888888888</c:v>
                </c:pt>
                <c:pt idx="30">
                  <c:v>1.4097222222222221</c:v>
                </c:pt>
                <c:pt idx="31">
                  <c:v>1.3888888888888888</c:v>
                </c:pt>
                <c:pt idx="32">
                  <c:v>1.3819444444444444</c:v>
                </c:pt>
                <c:pt idx="33">
                  <c:v>1.3819444444444444</c:v>
                </c:pt>
                <c:pt idx="34">
                  <c:v>1.3854166666666667</c:v>
                </c:pt>
                <c:pt idx="35">
                  <c:v>1.3715277777777777</c:v>
                </c:pt>
                <c:pt idx="36">
                  <c:v>1.3715277777777777</c:v>
                </c:pt>
                <c:pt idx="37">
                  <c:v>1.3732638888888891</c:v>
                </c:pt>
                <c:pt idx="38">
                  <c:v>1.375</c:v>
                </c:pt>
                <c:pt idx="39">
                  <c:v>1.3767361111111109</c:v>
                </c:pt>
                <c:pt idx="40">
                  <c:v>1.3802083333333333</c:v>
                </c:pt>
                <c:pt idx="41">
                  <c:v>1.3802083333333333</c:v>
                </c:pt>
                <c:pt idx="42">
                  <c:v>1.3802083333333333</c:v>
                </c:pt>
                <c:pt idx="43">
                  <c:v>1.3819444444444444</c:v>
                </c:pt>
                <c:pt idx="44">
                  <c:v>1.3836805555555556</c:v>
                </c:pt>
                <c:pt idx="45">
                  <c:v>1.3888888888888888</c:v>
                </c:pt>
                <c:pt idx="46">
                  <c:v>1.3871527777777777</c:v>
                </c:pt>
                <c:pt idx="47">
                  <c:v>1.3888888888888888</c:v>
                </c:pt>
                <c:pt idx="48">
                  <c:v>1.3888888888888888</c:v>
                </c:pt>
                <c:pt idx="49">
                  <c:v>1.3871527777777777</c:v>
                </c:pt>
                <c:pt idx="50">
                  <c:v>1.390625</c:v>
                </c:pt>
                <c:pt idx="51">
                  <c:v>1.390625</c:v>
                </c:pt>
                <c:pt idx="52">
                  <c:v>1.390625</c:v>
                </c:pt>
                <c:pt idx="53">
                  <c:v>1.3923611111111112</c:v>
                </c:pt>
                <c:pt idx="54">
                  <c:v>1.390625</c:v>
                </c:pt>
                <c:pt idx="55">
                  <c:v>1.390625</c:v>
                </c:pt>
                <c:pt idx="56">
                  <c:v>1.395833333333333</c:v>
                </c:pt>
                <c:pt idx="57">
                  <c:v>1.3940972222222221</c:v>
                </c:pt>
                <c:pt idx="58">
                  <c:v>1.3975694444444444</c:v>
                </c:pt>
                <c:pt idx="59">
                  <c:v>1.3993055555555558</c:v>
                </c:pt>
                <c:pt idx="60">
                  <c:v>1.3993055555555558</c:v>
                </c:pt>
                <c:pt idx="61">
                  <c:v>1.4010416666666667</c:v>
                </c:pt>
                <c:pt idx="62">
                  <c:v>1.3993055555555558</c:v>
                </c:pt>
                <c:pt idx="63">
                  <c:v>1.4010416666666667</c:v>
                </c:pt>
                <c:pt idx="64">
                  <c:v>1.4027777777777777</c:v>
                </c:pt>
                <c:pt idx="65">
                  <c:v>1.4062499999999998</c:v>
                </c:pt>
                <c:pt idx="66">
                  <c:v>1.4097222222222221</c:v>
                </c:pt>
                <c:pt idx="67">
                  <c:v>1.3819444444444444</c:v>
                </c:pt>
                <c:pt idx="68">
                  <c:v>1.3819444444444444</c:v>
                </c:pt>
                <c:pt idx="69">
                  <c:v>1.3836805555555556</c:v>
                </c:pt>
                <c:pt idx="70">
                  <c:v>1.3871527777777777</c:v>
                </c:pt>
                <c:pt idx="71">
                  <c:v>1.3697916666666665</c:v>
                </c:pt>
                <c:pt idx="72">
                  <c:v>1.3732638888888891</c:v>
                </c:pt>
                <c:pt idx="73">
                  <c:v>1.3802083333333333</c:v>
                </c:pt>
                <c:pt idx="74">
                  <c:v>1.3784722222222223</c:v>
                </c:pt>
                <c:pt idx="75">
                  <c:v>1.3784722222222223</c:v>
                </c:pt>
                <c:pt idx="76">
                  <c:v>1.3802083333333333</c:v>
                </c:pt>
                <c:pt idx="77">
                  <c:v>1.3802083333333333</c:v>
                </c:pt>
                <c:pt idx="78">
                  <c:v>1.3854166666666667</c:v>
                </c:pt>
                <c:pt idx="79">
                  <c:v>1.3871527777777777</c:v>
                </c:pt>
                <c:pt idx="80">
                  <c:v>1.3854166666666667</c:v>
                </c:pt>
                <c:pt idx="81">
                  <c:v>1.3871527777777777</c:v>
                </c:pt>
                <c:pt idx="82">
                  <c:v>1.3871527777777777</c:v>
                </c:pt>
                <c:pt idx="83">
                  <c:v>1.3871527777777777</c:v>
                </c:pt>
                <c:pt idx="84">
                  <c:v>1.3923611111111112</c:v>
                </c:pt>
                <c:pt idx="85">
                  <c:v>1.3871527777777777</c:v>
                </c:pt>
                <c:pt idx="86">
                  <c:v>1.3888888888888888</c:v>
                </c:pt>
                <c:pt idx="87">
                  <c:v>1.3888888888888888</c:v>
                </c:pt>
                <c:pt idx="88">
                  <c:v>1.390625</c:v>
                </c:pt>
                <c:pt idx="89">
                  <c:v>1.390625</c:v>
                </c:pt>
                <c:pt idx="90">
                  <c:v>1.390625</c:v>
                </c:pt>
                <c:pt idx="91">
                  <c:v>1.3923611111111112</c:v>
                </c:pt>
                <c:pt idx="92">
                  <c:v>1.3923611111111112</c:v>
                </c:pt>
                <c:pt idx="93">
                  <c:v>1.3940972222222221</c:v>
                </c:pt>
                <c:pt idx="94">
                  <c:v>1.395833333333333</c:v>
                </c:pt>
                <c:pt idx="95">
                  <c:v>1.3975694444444444</c:v>
                </c:pt>
                <c:pt idx="96">
                  <c:v>1.3975694444444444</c:v>
                </c:pt>
                <c:pt idx="97">
                  <c:v>1.3993055555555558</c:v>
                </c:pt>
                <c:pt idx="98">
                  <c:v>1.4045138888888888</c:v>
                </c:pt>
                <c:pt idx="99">
                  <c:v>1.4027777777777777</c:v>
                </c:pt>
                <c:pt idx="100">
                  <c:v>1.4027777777777777</c:v>
                </c:pt>
                <c:pt idx="101">
                  <c:v>1.4045138888888888</c:v>
                </c:pt>
                <c:pt idx="102">
                  <c:v>1.3871527777777777</c:v>
                </c:pt>
                <c:pt idx="103">
                  <c:v>1.3802083333333333</c:v>
                </c:pt>
                <c:pt idx="104">
                  <c:v>1.3819444444444444</c:v>
                </c:pt>
                <c:pt idx="105">
                  <c:v>1.3871527777777777</c:v>
                </c:pt>
                <c:pt idx="106">
                  <c:v>1.3628472222222223</c:v>
                </c:pt>
                <c:pt idx="107">
                  <c:v>1.375</c:v>
                </c:pt>
                <c:pt idx="108">
                  <c:v>1.3767361111111109</c:v>
                </c:pt>
                <c:pt idx="109">
                  <c:v>1.3784722222222223</c:v>
                </c:pt>
                <c:pt idx="110">
                  <c:v>1.3767361111111109</c:v>
                </c:pt>
                <c:pt idx="111">
                  <c:v>1.3784722222222223</c:v>
                </c:pt>
                <c:pt idx="112">
                  <c:v>1.3819444444444444</c:v>
                </c:pt>
                <c:pt idx="113">
                  <c:v>1.3854166666666667</c:v>
                </c:pt>
                <c:pt idx="114">
                  <c:v>1.3854166666666667</c:v>
                </c:pt>
                <c:pt idx="115">
                  <c:v>1.3888888888888888</c:v>
                </c:pt>
                <c:pt idx="116">
                  <c:v>1.3888888888888888</c:v>
                </c:pt>
                <c:pt idx="117">
                  <c:v>1.3888888888888888</c:v>
                </c:pt>
                <c:pt idx="118">
                  <c:v>1.3871527777777777</c:v>
                </c:pt>
                <c:pt idx="119">
                  <c:v>1.3923611111111112</c:v>
                </c:pt>
                <c:pt idx="120">
                  <c:v>1.3923611111111112</c:v>
                </c:pt>
                <c:pt idx="121">
                  <c:v>1.3923611111111112</c:v>
                </c:pt>
                <c:pt idx="122">
                  <c:v>1.3888888888888888</c:v>
                </c:pt>
                <c:pt idx="123">
                  <c:v>1.3940972222222221</c:v>
                </c:pt>
                <c:pt idx="124">
                  <c:v>1.3940972222222221</c:v>
                </c:pt>
                <c:pt idx="125">
                  <c:v>1.3940972222222221</c:v>
                </c:pt>
                <c:pt idx="126">
                  <c:v>1.3975694444444444</c:v>
                </c:pt>
                <c:pt idx="127">
                  <c:v>1.3940972222222221</c:v>
                </c:pt>
                <c:pt idx="128">
                  <c:v>1.3975694444444444</c:v>
                </c:pt>
                <c:pt idx="129">
                  <c:v>1.3993055555555558</c:v>
                </c:pt>
                <c:pt idx="130">
                  <c:v>1.4027777777777777</c:v>
                </c:pt>
                <c:pt idx="131">
                  <c:v>1.4010416666666667</c:v>
                </c:pt>
                <c:pt idx="132">
                  <c:v>1.3993055555555558</c:v>
                </c:pt>
                <c:pt idx="133">
                  <c:v>1.4045138888888888</c:v>
                </c:pt>
                <c:pt idx="134">
                  <c:v>1.4062499999999998</c:v>
                </c:pt>
                <c:pt idx="135">
                  <c:v>1.4045138888888888</c:v>
                </c:pt>
                <c:pt idx="136">
                  <c:v>1.4027777777777777</c:v>
                </c:pt>
                <c:pt idx="137">
                  <c:v>1.3802083333333333</c:v>
                </c:pt>
                <c:pt idx="138">
                  <c:v>1.3836805555555556</c:v>
                </c:pt>
                <c:pt idx="139">
                  <c:v>1.3836805555555556</c:v>
                </c:pt>
                <c:pt idx="140">
                  <c:v>1.3871527777777777</c:v>
                </c:pt>
                <c:pt idx="141">
                  <c:v>1.3576388888888891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971-044B-B6D0-1EDF2AD557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certs/s</c:v>
                </c:pt>
              </c:strCache>
            </c:strRef>
          </c:tx>
          <c:spPr>
            <a:ln w="22225">
              <a:solidFill>
                <a:srgbClr val="2F5FD0"/>
              </a:solidFill>
            </a:ln>
          </c:spPr>
          <c:cat>
            <c:strRef>
              <c:f>Sheet1!$A$2:$A$5</c:f>
              <c:strCache>
                <c:ptCount val="4"/>
                <c:pt idx="0">
                  <c:v>160</c:v>
                </c:pt>
                <c:pt idx="1">
                  <c:v>224</c:v>
                </c:pt>
                <c:pt idx="2">
                  <c:v>256</c:v>
                </c:pt>
                <c:pt idx="3">
                  <c:v>320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8936</c:v>
                </c:pt>
                <c:pt idx="1">
                  <c:v>10133</c:v>
                </c:pt>
                <c:pt idx="2">
                  <c:v>8531</c:v>
                </c:pt>
                <c:pt idx="3">
                  <c:v>7315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AB6-E043-936B-B4D8471246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Sheet1!$A$2:$A$5</c:f>
              <c:strCache>
                <c:ptCount val="4"/>
                <c:pt idx="0">
                  <c:v>160</c:v>
                </c:pt>
                <c:pt idx="1">
                  <c:v>224</c:v>
                </c:pt>
                <c:pt idx="2">
                  <c:v>256</c:v>
                </c:pt>
                <c:pt idx="3">
                  <c:v>320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13.21</c:v>
                </c:pt>
                <c:pt idx="1">
                  <c:v>20.95</c:v>
                </c:pt>
                <c:pt idx="2">
                  <c:v>25.58</c:v>
                </c:pt>
                <c:pt idx="3">
                  <c:v>35.64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36F-DB47-ADBD-84FAA2634B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p90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Sheet1!$A$2:$A$5</c:f>
              <c:strCache>
                <c:ptCount val="4"/>
                <c:pt idx="0">
                  <c:v>160</c:v>
                </c:pt>
                <c:pt idx="1">
                  <c:v>224</c:v>
                </c:pt>
                <c:pt idx="2">
                  <c:v>256</c:v>
                </c:pt>
                <c:pt idx="3">
                  <c:v>320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24.87</c:v>
                </c:pt>
                <c:pt idx="1">
                  <c:v>32.99</c:v>
                </c:pt>
                <c:pt idx="2">
                  <c:v>47.72</c:v>
                </c:pt>
                <c:pt idx="3">
                  <c:v>78.91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36F-DB47-ADBD-84FAA2634B1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p95</c:v>
                </c:pt>
              </c:strCache>
            </c:strRef>
          </c:tx>
          <c:spPr>
            <a:ln w="22225">
              <a:solidFill>
                <a:srgbClr val="BD7D1C"/>
              </a:solidFill>
            </a:ln>
          </c:spPr>
          <c:cat>
            <c:strRef>
              <c:f>Sheet1!$A$2:$A$5</c:f>
              <c:strCache>
                <c:ptCount val="4"/>
                <c:pt idx="0">
                  <c:v>160</c:v>
                </c:pt>
                <c:pt idx="1">
                  <c:v>224</c:v>
                </c:pt>
                <c:pt idx="2">
                  <c:v>256</c:v>
                </c:pt>
                <c:pt idx="3">
                  <c:v>320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28.73</c:v>
                </c:pt>
                <c:pt idx="1">
                  <c:v>38.04</c:v>
                </c:pt>
                <c:pt idx="2">
                  <c:v>74.069999999999993</c:v>
                </c:pt>
                <c:pt idx="3">
                  <c:v>105.17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36F-DB47-ADBD-84FAA2634B1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p99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Sheet1!$A$2:$A$5</c:f>
              <c:strCache>
                <c:ptCount val="4"/>
                <c:pt idx="0">
                  <c:v>160</c:v>
                </c:pt>
                <c:pt idx="1">
                  <c:v>224</c:v>
                </c:pt>
                <c:pt idx="2">
                  <c:v>256</c:v>
                </c:pt>
                <c:pt idx="3">
                  <c:v>320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100.41</c:v>
                </c:pt>
                <c:pt idx="1">
                  <c:v>59.13</c:v>
                </c:pt>
                <c:pt idx="2">
                  <c:v>109.44</c:v>
                </c:pt>
                <c:pt idx="3">
                  <c:v>155.47999999999999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36F-DB47-ADBD-84FAA2634B1F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max</c:v>
                </c:pt>
              </c:strCache>
            </c:strRef>
          </c:tx>
          <c:spPr>
            <a:ln w="22225">
              <a:solidFill>
                <a:srgbClr val="7259C9"/>
              </a:solidFill>
            </a:ln>
          </c:spPr>
          <c:cat>
            <c:strRef>
              <c:f>Sheet1!$A$2:$A$5</c:f>
              <c:strCache>
                <c:ptCount val="4"/>
                <c:pt idx="0">
                  <c:v>160</c:v>
                </c:pt>
                <c:pt idx="1">
                  <c:v>224</c:v>
                </c:pt>
                <c:pt idx="2">
                  <c:v>256</c:v>
                </c:pt>
                <c:pt idx="3">
                  <c:v>320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388.56</c:v>
                </c:pt>
                <c:pt idx="1">
                  <c:v>168.93</c:v>
                </c:pt>
                <c:pt idx="2">
                  <c:v>305.11</c:v>
                </c:pt>
                <c:pt idx="3">
                  <c:v>329.94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36F-DB47-ADBD-84FAA2634B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Sheet1!$A$2:$A$79</c:f>
              <c:strCache>
                <c:ptCount val="78"/>
                <c:pt idx="0">
                  <c:v>0s</c:v>
                </c:pt>
                <c:pt idx="1">
                  <c:v>8s</c:v>
                </c:pt>
                <c:pt idx="2">
                  <c:v>22s</c:v>
                </c:pt>
                <c:pt idx="3">
                  <c:v>36s</c:v>
                </c:pt>
                <c:pt idx="4">
                  <c:v>50s</c:v>
                </c:pt>
                <c:pt idx="5">
                  <c:v>65s</c:v>
                </c:pt>
                <c:pt idx="6">
                  <c:v>79s</c:v>
                </c:pt>
                <c:pt idx="7">
                  <c:v>93s</c:v>
                </c:pt>
                <c:pt idx="8">
                  <c:v>108s</c:v>
                </c:pt>
                <c:pt idx="9">
                  <c:v>122s</c:v>
                </c:pt>
                <c:pt idx="10">
                  <c:v>136s</c:v>
                </c:pt>
                <c:pt idx="11">
                  <c:v>150s</c:v>
                </c:pt>
                <c:pt idx="12">
                  <c:v>165s</c:v>
                </c:pt>
                <c:pt idx="13">
                  <c:v>179s</c:v>
                </c:pt>
                <c:pt idx="14">
                  <c:v>193s</c:v>
                </c:pt>
                <c:pt idx="15">
                  <c:v>207s</c:v>
                </c:pt>
                <c:pt idx="16">
                  <c:v>222s</c:v>
                </c:pt>
                <c:pt idx="17">
                  <c:v>236s</c:v>
                </c:pt>
                <c:pt idx="18">
                  <c:v>250s</c:v>
                </c:pt>
                <c:pt idx="19">
                  <c:v>265s</c:v>
                </c:pt>
                <c:pt idx="20">
                  <c:v>279s</c:v>
                </c:pt>
                <c:pt idx="21">
                  <c:v>293s</c:v>
                </c:pt>
                <c:pt idx="22">
                  <c:v>308s</c:v>
                </c:pt>
                <c:pt idx="23">
                  <c:v>322s</c:v>
                </c:pt>
                <c:pt idx="24">
                  <c:v>336s</c:v>
                </c:pt>
                <c:pt idx="25">
                  <c:v>351s</c:v>
                </c:pt>
                <c:pt idx="26">
                  <c:v>365s</c:v>
                </c:pt>
                <c:pt idx="27">
                  <c:v>379s</c:v>
                </c:pt>
                <c:pt idx="28">
                  <c:v>394s</c:v>
                </c:pt>
                <c:pt idx="29">
                  <c:v>408s</c:v>
                </c:pt>
                <c:pt idx="30">
                  <c:v>422s</c:v>
                </c:pt>
                <c:pt idx="31">
                  <c:v>436s</c:v>
                </c:pt>
                <c:pt idx="32">
                  <c:v>451s</c:v>
                </c:pt>
                <c:pt idx="33">
                  <c:v>465s</c:v>
                </c:pt>
                <c:pt idx="34">
                  <c:v>479s</c:v>
                </c:pt>
                <c:pt idx="35">
                  <c:v>494s</c:v>
                </c:pt>
                <c:pt idx="36">
                  <c:v>508s</c:v>
                </c:pt>
                <c:pt idx="37">
                  <c:v>522s</c:v>
                </c:pt>
                <c:pt idx="38">
                  <c:v>537s</c:v>
                </c:pt>
                <c:pt idx="39">
                  <c:v>551s</c:v>
                </c:pt>
                <c:pt idx="40">
                  <c:v>565s</c:v>
                </c:pt>
                <c:pt idx="41">
                  <c:v>580s</c:v>
                </c:pt>
                <c:pt idx="42">
                  <c:v>594s</c:v>
                </c:pt>
                <c:pt idx="43">
                  <c:v>608s</c:v>
                </c:pt>
                <c:pt idx="44">
                  <c:v>622s</c:v>
                </c:pt>
                <c:pt idx="45">
                  <c:v>637s</c:v>
                </c:pt>
                <c:pt idx="46">
                  <c:v>651s</c:v>
                </c:pt>
                <c:pt idx="47">
                  <c:v>665s</c:v>
                </c:pt>
                <c:pt idx="48">
                  <c:v>680s</c:v>
                </c:pt>
                <c:pt idx="49">
                  <c:v>694s</c:v>
                </c:pt>
                <c:pt idx="50">
                  <c:v>708s</c:v>
                </c:pt>
                <c:pt idx="51">
                  <c:v>723s</c:v>
                </c:pt>
                <c:pt idx="52">
                  <c:v>737s</c:v>
                </c:pt>
                <c:pt idx="53">
                  <c:v>751s</c:v>
                </c:pt>
                <c:pt idx="54">
                  <c:v>765s</c:v>
                </c:pt>
                <c:pt idx="55">
                  <c:v>780s</c:v>
                </c:pt>
                <c:pt idx="56">
                  <c:v>794s</c:v>
                </c:pt>
                <c:pt idx="57">
                  <c:v>808s</c:v>
                </c:pt>
                <c:pt idx="58">
                  <c:v>823s</c:v>
                </c:pt>
                <c:pt idx="59">
                  <c:v>837s</c:v>
                </c:pt>
                <c:pt idx="60">
                  <c:v>851s</c:v>
                </c:pt>
                <c:pt idx="61">
                  <c:v>865s</c:v>
                </c:pt>
                <c:pt idx="62">
                  <c:v>880s</c:v>
                </c:pt>
                <c:pt idx="63">
                  <c:v>894s</c:v>
                </c:pt>
                <c:pt idx="64">
                  <c:v>908s</c:v>
                </c:pt>
                <c:pt idx="65">
                  <c:v>923s</c:v>
                </c:pt>
                <c:pt idx="66">
                  <c:v>937s</c:v>
                </c:pt>
                <c:pt idx="67">
                  <c:v>951s</c:v>
                </c:pt>
                <c:pt idx="68">
                  <c:v>965s</c:v>
                </c:pt>
                <c:pt idx="69">
                  <c:v>980s</c:v>
                </c:pt>
                <c:pt idx="70">
                  <c:v>994s</c:v>
                </c:pt>
                <c:pt idx="71">
                  <c:v>1008s</c:v>
                </c:pt>
                <c:pt idx="72">
                  <c:v>1022s</c:v>
                </c:pt>
                <c:pt idx="73">
                  <c:v>1037s</c:v>
                </c:pt>
                <c:pt idx="74">
                  <c:v>1051s</c:v>
                </c:pt>
                <c:pt idx="75">
                  <c:v>1065s</c:v>
                </c:pt>
                <c:pt idx="76">
                  <c:v>1080s</c:v>
                </c:pt>
                <c:pt idx="77">
                  <c:v>1094s</c:v>
                </c:pt>
              </c:strCache>
            </c:strRef>
          </c:cat>
          <c:val>
            <c:numRef>
              <c:f>Sheet1!$B$2:$B$79</c:f>
              <c:numCache>
                <c:formatCode>General</c:formatCode>
                <c:ptCount val="78"/>
                <c:pt idx="0">
                  <c:v>0</c:v>
                </c:pt>
                <c:pt idx="1">
                  <c:v>41.25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0.67708333333333337</c:v>
                </c:pt>
                <c:pt idx="12">
                  <c:v>0.3125</c:v>
                </c:pt>
                <c:pt idx="13">
                  <c:v>0.625</c:v>
                </c:pt>
                <c:pt idx="14">
                  <c:v>0.88541666666666663</c:v>
                </c:pt>
                <c:pt idx="15">
                  <c:v>0.3125</c:v>
                </c:pt>
                <c:pt idx="16">
                  <c:v>0.98958333333333326</c:v>
                </c:pt>
                <c:pt idx="17">
                  <c:v>0.625</c:v>
                </c:pt>
                <c:pt idx="18">
                  <c:v>0.9375</c:v>
                </c:pt>
                <c:pt idx="19">
                  <c:v>0.98958333333333326</c:v>
                </c:pt>
                <c:pt idx="20">
                  <c:v>1.1979166666666665</c:v>
                </c:pt>
                <c:pt idx="21">
                  <c:v>3.3333333333333335</c:v>
                </c:pt>
                <c:pt idx="22">
                  <c:v>1.1979166666666665</c:v>
                </c:pt>
                <c:pt idx="23">
                  <c:v>2.34375</c:v>
                </c:pt>
                <c:pt idx="24">
                  <c:v>2.03125</c:v>
                </c:pt>
                <c:pt idx="25">
                  <c:v>1.40625</c:v>
                </c:pt>
                <c:pt idx="26">
                  <c:v>0.9375</c:v>
                </c:pt>
                <c:pt idx="27">
                  <c:v>2.03125</c:v>
                </c:pt>
                <c:pt idx="28">
                  <c:v>0.83333333333333337</c:v>
                </c:pt>
                <c:pt idx="29">
                  <c:v>2.291666666666667</c:v>
                </c:pt>
                <c:pt idx="30">
                  <c:v>1.4583333333333333</c:v>
                </c:pt>
                <c:pt idx="31">
                  <c:v>0.83333333333333337</c:v>
                </c:pt>
                <c:pt idx="32">
                  <c:v>1.1979166666666665</c:v>
                </c:pt>
                <c:pt idx="33">
                  <c:v>1.4583333333333333</c:v>
                </c:pt>
                <c:pt idx="34">
                  <c:v>1.7187499999999998</c:v>
                </c:pt>
                <c:pt idx="35">
                  <c:v>1.5625</c:v>
                </c:pt>
                <c:pt idx="36">
                  <c:v>4.21875</c:v>
                </c:pt>
                <c:pt idx="37">
                  <c:v>1.1458333333333335</c:v>
                </c:pt>
                <c:pt idx="38">
                  <c:v>1.9791666666666665</c:v>
                </c:pt>
                <c:pt idx="39">
                  <c:v>1.1458333333333335</c:v>
                </c:pt>
                <c:pt idx="40">
                  <c:v>1.1979166666666665</c:v>
                </c:pt>
                <c:pt idx="41">
                  <c:v>1.1458333333333335</c:v>
                </c:pt>
                <c:pt idx="42">
                  <c:v>2.96875</c:v>
                </c:pt>
                <c:pt idx="43">
                  <c:v>3.6979166666666665</c:v>
                </c:pt>
                <c:pt idx="44">
                  <c:v>2.03125</c:v>
                </c:pt>
                <c:pt idx="45">
                  <c:v>0.57291666666666674</c:v>
                </c:pt>
                <c:pt idx="46">
                  <c:v>2.5</c:v>
                </c:pt>
                <c:pt idx="47">
                  <c:v>1.6145833333333335</c:v>
                </c:pt>
                <c:pt idx="48">
                  <c:v>2.604166666666667</c:v>
                </c:pt>
                <c:pt idx="49">
                  <c:v>3.6458333333333335</c:v>
                </c:pt>
                <c:pt idx="50">
                  <c:v>1.6666666666666667</c:v>
                </c:pt>
                <c:pt idx="51">
                  <c:v>2.5</c:v>
                </c:pt>
                <c:pt idx="52">
                  <c:v>2.2395833333333335</c:v>
                </c:pt>
                <c:pt idx="53">
                  <c:v>1.3541666666666667</c:v>
                </c:pt>
                <c:pt idx="54">
                  <c:v>2.604166666666667</c:v>
                </c:pt>
                <c:pt idx="55">
                  <c:v>1.5625</c:v>
                </c:pt>
                <c:pt idx="56">
                  <c:v>1.40625</c:v>
                </c:pt>
                <c:pt idx="57">
                  <c:v>3.75</c:v>
                </c:pt>
                <c:pt idx="58">
                  <c:v>1.40625</c:v>
                </c:pt>
                <c:pt idx="59">
                  <c:v>2.03125</c:v>
                </c:pt>
                <c:pt idx="60">
                  <c:v>1.3541666666666667</c:v>
                </c:pt>
                <c:pt idx="61">
                  <c:v>1.1458333333333335</c:v>
                </c:pt>
                <c:pt idx="62">
                  <c:v>0.98958333333333326</c:v>
                </c:pt>
                <c:pt idx="63">
                  <c:v>0.52083333333333326</c:v>
                </c:pt>
                <c:pt idx="64">
                  <c:v>2.291666666666667</c:v>
                </c:pt>
                <c:pt idx="65">
                  <c:v>2.1875</c:v>
                </c:pt>
                <c:pt idx="66">
                  <c:v>0.78125</c:v>
                </c:pt>
                <c:pt idx="67">
                  <c:v>2.7604166666666665</c:v>
                </c:pt>
                <c:pt idx="68">
                  <c:v>1.8229166666666667</c:v>
                </c:pt>
                <c:pt idx="69">
                  <c:v>1.09375</c:v>
                </c:pt>
                <c:pt idx="70">
                  <c:v>2.7604166666666665</c:v>
                </c:pt>
                <c:pt idx="71">
                  <c:v>1.9270833333333335</c:v>
                </c:pt>
                <c:pt idx="72">
                  <c:v>1.7187499999999998</c:v>
                </c:pt>
                <c:pt idx="73">
                  <c:v>4.739583333333333</c:v>
                </c:pt>
                <c:pt idx="74">
                  <c:v>1.8229166666666667</c:v>
                </c:pt>
                <c:pt idx="75">
                  <c:v>1.5625</c:v>
                </c:pt>
                <c:pt idx="76">
                  <c:v>2.1354166666666665</c:v>
                </c:pt>
                <c:pt idx="77">
                  <c:v>1.6145833333333335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642-B040-B77B-14A9E736B9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Sheet1!$A$2:$A$79</c:f>
              <c:strCache>
                <c:ptCount val="78"/>
                <c:pt idx="0">
                  <c:v>0s</c:v>
                </c:pt>
                <c:pt idx="1">
                  <c:v>8s</c:v>
                </c:pt>
                <c:pt idx="2">
                  <c:v>22s</c:v>
                </c:pt>
                <c:pt idx="3">
                  <c:v>36s</c:v>
                </c:pt>
                <c:pt idx="4">
                  <c:v>50s</c:v>
                </c:pt>
                <c:pt idx="5">
                  <c:v>65s</c:v>
                </c:pt>
                <c:pt idx="6">
                  <c:v>79s</c:v>
                </c:pt>
                <c:pt idx="7">
                  <c:v>93s</c:v>
                </c:pt>
                <c:pt idx="8">
                  <c:v>108s</c:v>
                </c:pt>
                <c:pt idx="9">
                  <c:v>122s</c:v>
                </c:pt>
                <c:pt idx="10">
                  <c:v>136s</c:v>
                </c:pt>
                <c:pt idx="11">
                  <c:v>150s</c:v>
                </c:pt>
                <c:pt idx="12">
                  <c:v>165s</c:v>
                </c:pt>
                <c:pt idx="13">
                  <c:v>179s</c:v>
                </c:pt>
                <c:pt idx="14">
                  <c:v>193s</c:v>
                </c:pt>
                <c:pt idx="15">
                  <c:v>207s</c:v>
                </c:pt>
                <c:pt idx="16">
                  <c:v>222s</c:v>
                </c:pt>
                <c:pt idx="17">
                  <c:v>236s</c:v>
                </c:pt>
                <c:pt idx="18">
                  <c:v>250s</c:v>
                </c:pt>
                <c:pt idx="19">
                  <c:v>265s</c:v>
                </c:pt>
                <c:pt idx="20">
                  <c:v>279s</c:v>
                </c:pt>
                <c:pt idx="21">
                  <c:v>293s</c:v>
                </c:pt>
                <c:pt idx="22">
                  <c:v>308s</c:v>
                </c:pt>
                <c:pt idx="23">
                  <c:v>322s</c:v>
                </c:pt>
                <c:pt idx="24">
                  <c:v>336s</c:v>
                </c:pt>
                <c:pt idx="25">
                  <c:v>351s</c:v>
                </c:pt>
                <c:pt idx="26">
                  <c:v>365s</c:v>
                </c:pt>
                <c:pt idx="27">
                  <c:v>379s</c:v>
                </c:pt>
                <c:pt idx="28">
                  <c:v>394s</c:v>
                </c:pt>
                <c:pt idx="29">
                  <c:v>408s</c:v>
                </c:pt>
                <c:pt idx="30">
                  <c:v>422s</c:v>
                </c:pt>
                <c:pt idx="31">
                  <c:v>436s</c:v>
                </c:pt>
                <c:pt idx="32">
                  <c:v>451s</c:v>
                </c:pt>
                <c:pt idx="33">
                  <c:v>465s</c:v>
                </c:pt>
                <c:pt idx="34">
                  <c:v>479s</c:v>
                </c:pt>
                <c:pt idx="35">
                  <c:v>494s</c:v>
                </c:pt>
                <c:pt idx="36">
                  <c:v>508s</c:v>
                </c:pt>
                <c:pt idx="37">
                  <c:v>522s</c:v>
                </c:pt>
                <c:pt idx="38">
                  <c:v>537s</c:v>
                </c:pt>
                <c:pt idx="39">
                  <c:v>551s</c:v>
                </c:pt>
                <c:pt idx="40">
                  <c:v>565s</c:v>
                </c:pt>
                <c:pt idx="41">
                  <c:v>580s</c:v>
                </c:pt>
                <c:pt idx="42">
                  <c:v>594s</c:v>
                </c:pt>
                <c:pt idx="43">
                  <c:v>608s</c:v>
                </c:pt>
                <c:pt idx="44">
                  <c:v>622s</c:v>
                </c:pt>
                <c:pt idx="45">
                  <c:v>637s</c:v>
                </c:pt>
                <c:pt idx="46">
                  <c:v>651s</c:v>
                </c:pt>
                <c:pt idx="47">
                  <c:v>665s</c:v>
                </c:pt>
                <c:pt idx="48">
                  <c:v>680s</c:v>
                </c:pt>
                <c:pt idx="49">
                  <c:v>694s</c:v>
                </c:pt>
                <c:pt idx="50">
                  <c:v>708s</c:v>
                </c:pt>
                <c:pt idx="51">
                  <c:v>723s</c:v>
                </c:pt>
                <c:pt idx="52">
                  <c:v>737s</c:v>
                </c:pt>
                <c:pt idx="53">
                  <c:v>751s</c:v>
                </c:pt>
                <c:pt idx="54">
                  <c:v>765s</c:v>
                </c:pt>
                <c:pt idx="55">
                  <c:v>780s</c:v>
                </c:pt>
                <c:pt idx="56">
                  <c:v>794s</c:v>
                </c:pt>
                <c:pt idx="57">
                  <c:v>808s</c:v>
                </c:pt>
                <c:pt idx="58">
                  <c:v>823s</c:v>
                </c:pt>
                <c:pt idx="59">
                  <c:v>837s</c:v>
                </c:pt>
                <c:pt idx="60">
                  <c:v>851s</c:v>
                </c:pt>
                <c:pt idx="61">
                  <c:v>865s</c:v>
                </c:pt>
                <c:pt idx="62">
                  <c:v>880s</c:v>
                </c:pt>
                <c:pt idx="63">
                  <c:v>894s</c:v>
                </c:pt>
                <c:pt idx="64">
                  <c:v>908s</c:v>
                </c:pt>
                <c:pt idx="65">
                  <c:v>923s</c:v>
                </c:pt>
                <c:pt idx="66">
                  <c:v>937s</c:v>
                </c:pt>
                <c:pt idx="67">
                  <c:v>951s</c:v>
                </c:pt>
                <c:pt idx="68">
                  <c:v>965s</c:v>
                </c:pt>
                <c:pt idx="69">
                  <c:v>980s</c:v>
                </c:pt>
                <c:pt idx="70">
                  <c:v>994s</c:v>
                </c:pt>
                <c:pt idx="71">
                  <c:v>1008s</c:v>
                </c:pt>
                <c:pt idx="72">
                  <c:v>1022s</c:v>
                </c:pt>
                <c:pt idx="73">
                  <c:v>1037s</c:v>
                </c:pt>
                <c:pt idx="74">
                  <c:v>1051s</c:v>
                </c:pt>
                <c:pt idx="75">
                  <c:v>1065s</c:v>
                </c:pt>
                <c:pt idx="76">
                  <c:v>1080s</c:v>
                </c:pt>
                <c:pt idx="77">
                  <c:v>1094s</c:v>
                </c:pt>
              </c:strCache>
            </c:strRef>
          </c:cat>
          <c:val>
            <c:numRef>
              <c:f>Sheet1!$C$2:$C$79</c:f>
              <c:numCache>
                <c:formatCode>General</c:formatCode>
                <c:ptCount val="78"/>
                <c:pt idx="0">
                  <c:v>0.10416666666666667</c:v>
                </c:pt>
                <c:pt idx="1">
                  <c:v>39.010416666666671</c:v>
                </c:pt>
                <c:pt idx="2">
                  <c:v>5.2083333333333336E-2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5.2083333333333336E-2</c:v>
                </c:pt>
                <c:pt idx="12">
                  <c:v>0</c:v>
                </c:pt>
                <c:pt idx="13">
                  <c:v>5.2083333333333336E-2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5.2083333333333336E-2</c:v>
                </c:pt>
                <c:pt idx="19">
                  <c:v>0</c:v>
                </c:pt>
                <c:pt idx="20">
                  <c:v>0</c:v>
                </c:pt>
                <c:pt idx="21">
                  <c:v>5.2083333333333336E-2</c:v>
                </c:pt>
                <c:pt idx="22">
                  <c:v>0</c:v>
                </c:pt>
                <c:pt idx="23">
                  <c:v>5.2083333333333336E-2</c:v>
                </c:pt>
                <c:pt idx="24">
                  <c:v>5.2083333333333336E-2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5.2083333333333336E-2</c:v>
                </c:pt>
                <c:pt idx="30">
                  <c:v>5.2083333333333336E-2</c:v>
                </c:pt>
                <c:pt idx="31">
                  <c:v>0</c:v>
                </c:pt>
                <c:pt idx="32">
                  <c:v>0</c:v>
                </c:pt>
                <c:pt idx="33">
                  <c:v>5.2083333333333336E-2</c:v>
                </c:pt>
                <c:pt idx="34">
                  <c:v>0</c:v>
                </c:pt>
                <c:pt idx="35">
                  <c:v>0</c:v>
                </c:pt>
                <c:pt idx="36">
                  <c:v>5.2083333333333336E-2</c:v>
                </c:pt>
                <c:pt idx="37">
                  <c:v>0</c:v>
                </c:pt>
                <c:pt idx="38">
                  <c:v>5.2083333333333336E-2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5.2083333333333336E-2</c:v>
                </c:pt>
                <c:pt idx="44">
                  <c:v>0</c:v>
                </c:pt>
                <c:pt idx="45">
                  <c:v>0</c:v>
                </c:pt>
                <c:pt idx="46">
                  <c:v>5.2083333333333336E-2</c:v>
                </c:pt>
                <c:pt idx="47">
                  <c:v>0</c:v>
                </c:pt>
                <c:pt idx="48">
                  <c:v>5.2083333333333336E-2</c:v>
                </c:pt>
                <c:pt idx="49">
                  <c:v>5.2083333333333336E-2</c:v>
                </c:pt>
                <c:pt idx="50">
                  <c:v>0</c:v>
                </c:pt>
                <c:pt idx="51">
                  <c:v>0</c:v>
                </c:pt>
                <c:pt idx="52">
                  <c:v>5.2083333333333336E-2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5.2083333333333336E-2</c:v>
                </c:pt>
                <c:pt idx="58">
                  <c:v>5.2083333333333336E-2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5.2083333333333336E-2</c:v>
                </c:pt>
                <c:pt idx="65">
                  <c:v>0</c:v>
                </c:pt>
                <c:pt idx="66">
                  <c:v>0</c:v>
                </c:pt>
                <c:pt idx="67">
                  <c:v>5.2083333333333336E-2</c:v>
                </c:pt>
                <c:pt idx="68">
                  <c:v>5.2083333333333336E-2</c:v>
                </c:pt>
                <c:pt idx="69">
                  <c:v>0</c:v>
                </c:pt>
                <c:pt idx="70">
                  <c:v>5.2083333333333336E-2</c:v>
                </c:pt>
                <c:pt idx="71">
                  <c:v>0</c:v>
                </c:pt>
                <c:pt idx="72">
                  <c:v>0</c:v>
                </c:pt>
                <c:pt idx="73">
                  <c:v>5.2083333333333336E-2</c:v>
                </c:pt>
                <c:pt idx="74">
                  <c:v>0</c:v>
                </c:pt>
                <c:pt idx="75">
                  <c:v>0</c:v>
                </c:pt>
                <c:pt idx="76">
                  <c:v>5.2083333333333336E-2</c:v>
                </c:pt>
                <c:pt idx="7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642-B040-B77B-14A9E736B9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Sheet1!$A$2:$A$79</c:f>
              <c:strCache>
                <c:ptCount val="78"/>
                <c:pt idx="0">
                  <c:v>0s</c:v>
                </c:pt>
                <c:pt idx="1">
                  <c:v>8s</c:v>
                </c:pt>
                <c:pt idx="2">
                  <c:v>22s</c:v>
                </c:pt>
                <c:pt idx="3">
                  <c:v>36s</c:v>
                </c:pt>
                <c:pt idx="4">
                  <c:v>50s</c:v>
                </c:pt>
                <c:pt idx="5">
                  <c:v>65s</c:v>
                </c:pt>
                <c:pt idx="6">
                  <c:v>79s</c:v>
                </c:pt>
                <c:pt idx="7">
                  <c:v>93s</c:v>
                </c:pt>
                <c:pt idx="8">
                  <c:v>108s</c:v>
                </c:pt>
                <c:pt idx="9">
                  <c:v>122s</c:v>
                </c:pt>
                <c:pt idx="10">
                  <c:v>136s</c:v>
                </c:pt>
                <c:pt idx="11">
                  <c:v>150s</c:v>
                </c:pt>
                <c:pt idx="12">
                  <c:v>165s</c:v>
                </c:pt>
                <c:pt idx="13">
                  <c:v>179s</c:v>
                </c:pt>
                <c:pt idx="14">
                  <c:v>193s</c:v>
                </c:pt>
                <c:pt idx="15">
                  <c:v>207s</c:v>
                </c:pt>
                <c:pt idx="16">
                  <c:v>222s</c:v>
                </c:pt>
                <c:pt idx="17">
                  <c:v>236s</c:v>
                </c:pt>
                <c:pt idx="18">
                  <c:v>250s</c:v>
                </c:pt>
                <c:pt idx="19">
                  <c:v>265s</c:v>
                </c:pt>
                <c:pt idx="20">
                  <c:v>279s</c:v>
                </c:pt>
                <c:pt idx="21">
                  <c:v>293s</c:v>
                </c:pt>
                <c:pt idx="22">
                  <c:v>308s</c:v>
                </c:pt>
                <c:pt idx="23">
                  <c:v>322s</c:v>
                </c:pt>
                <c:pt idx="24">
                  <c:v>336s</c:v>
                </c:pt>
                <c:pt idx="25">
                  <c:v>351s</c:v>
                </c:pt>
                <c:pt idx="26">
                  <c:v>365s</c:v>
                </c:pt>
                <c:pt idx="27">
                  <c:v>379s</c:v>
                </c:pt>
                <c:pt idx="28">
                  <c:v>394s</c:v>
                </c:pt>
                <c:pt idx="29">
                  <c:v>408s</c:v>
                </c:pt>
                <c:pt idx="30">
                  <c:v>422s</c:v>
                </c:pt>
                <c:pt idx="31">
                  <c:v>436s</c:v>
                </c:pt>
                <c:pt idx="32">
                  <c:v>451s</c:v>
                </c:pt>
                <c:pt idx="33">
                  <c:v>465s</c:v>
                </c:pt>
                <c:pt idx="34">
                  <c:v>479s</c:v>
                </c:pt>
                <c:pt idx="35">
                  <c:v>494s</c:v>
                </c:pt>
                <c:pt idx="36">
                  <c:v>508s</c:v>
                </c:pt>
                <c:pt idx="37">
                  <c:v>522s</c:v>
                </c:pt>
                <c:pt idx="38">
                  <c:v>537s</c:v>
                </c:pt>
                <c:pt idx="39">
                  <c:v>551s</c:v>
                </c:pt>
                <c:pt idx="40">
                  <c:v>565s</c:v>
                </c:pt>
                <c:pt idx="41">
                  <c:v>580s</c:v>
                </c:pt>
                <c:pt idx="42">
                  <c:v>594s</c:v>
                </c:pt>
                <c:pt idx="43">
                  <c:v>608s</c:v>
                </c:pt>
                <c:pt idx="44">
                  <c:v>622s</c:v>
                </c:pt>
                <c:pt idx="45">
                  <c:v>637s</c:v>
                </c:pt>
                <c:pt idx="46">
                  <c:v>651s</c:v>
                </c:pt>
                <c:pt idx="47">
                  <c:v>665s</c:v>
                </c:pt>
                <c:pt idx="48">
                  <c:v>680s</c:v>
                </c:pt>
                <c:pt idx="49">
                  <c:v>694s</c:v>
                </c:pt>
                <c:pt idx="50">
                  <c:v>708s</c:v>
                </c:pt>
                <c:pt idx="51">
                  <c:v>723s</c:v>
                </c:pt>
                <c:pt idx="52">
                  <c:v>737s</c:v>
                </c:pt>
                <c:pt idx="53">
                  <c:v>751s</c:v>
                </c:pt>
                <c:pt idx="54">
                  <c:v>765s</c:v>
                </c:pt>
                <c:pt idx="55">
                  <c:v>780s</c:v>
                </c:pt>
                <c:pt idx="56">
                  <c:v>794s</c:v>
                </c:pt>
                <c:pt idx="57">
                  <c:v>808s</c:v>
                </c:pt>
                <c:pt idx="58">
                  <c:v>823s</c:v>
                </c:pt>
                <c:pt idx="59">
                  <c:v>837s</c:v>
                </c:pt>
                <c:pt idx="60">
                  <c:v>851s</c:v>
                </c:pt>
                <c:pt idx="61">
                  <c:v>865s</c:v>
                </c:pt>
                <c:pt idx="62">
                  <c:v>880s</c:v>
                </c:pt>
                <c:pt idx="63">
                  <c:v>894s</c:v>
                </c:pt>
                <c:pt idx="64">
                  <c:v>908s</c:v>
                </c:pt>
                <c:pt idx="65">
                  <c:v>923s</c:v>
                </c:pt>
                <c:pt idx="66">
                  <c:v>937s</c:v>
                </c:pt>
                <c:pt idx="67">
                  <c:v>951s</c:v>
                </c:pt>
                <c:pt idx="68">
                  <c:v>965s</c:v>
                </c:pt>
                <c:pt idx="69">
                  <c:v>980s</c:v>
                </c:pt>
                <c:pt idx="70">
                  <c:v>994s</c:v>
                </c:pt>
                <c:pt idx="71">
                  <c:v>1008s</c:v>
                </c:pt>
                <c:pt idx="72">
                  <c:v>1022s</c:v>
                </c:pt>
                <c:pt idx="73">
                  <c:v>1037s</c:v>
                </c:pt>
                <c:pt idx="74">
                  <c:v>1051s</c:v>
                </c:pt>
                <c:pt idx="75">
                  <c:v>1065s</c:v>
                </c:pt>
                <c:pt idx="76">
                  <c:v>1080s</c:v>
                </c:pt>
                <c:pt idx="77">
                  <c:v>1094s</c:v>
                </c:pt>
              </c:strCache>
            </c:strRef>
          </c:cat>
          <c:val>
            <c:numRef>
              <c:f>Sheet1!$D$2:$D$79</c:f>
              <c:numCache>
                <c:formatCode>General</c:formatCode>
                <c:ptCount val="78"/>
                <c:pt idx="0">
                  <c:v>0</c:v>
                </c:pt>
                <c:pt idx="1">
                  <c:v>0.78125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5.2083333333333336E-2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5.2083333333333336E-2</c:v>
                </c:pt>
                <c:pt idx="24">
                  <c:v>5.2083333333333336E-2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5.2083333333333336E-2</c:v>
                </c:pt>
                <c:pt idx="30">
                  <c:v>5.2083333333333336E-2</c:v>
                </c:pt>
                <c:pt idx="31">
                  <c:v>5.2083333333333336E-2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5.2083333333333336E-2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5.2083333333333336E-2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5.2083333333333336E-2</c:v>
                </c:pt>
                <c:pt idx="71">
                  <c:v>0</c:v>
                </c:pt>
                <c:pt idx="72">
                  <c:v>0</c:v>
                </c:pt>
                <c:pt idx="73">
                  <c:v>5.2083333333333336E-2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642-B040-B77B-14A9E736B99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Sheet1!$A$2:$A$79</c:f>
              <c:strCache>
                <c:ptCount val="78"/>
                <c:pt idx="0">
                  <c:v>0s</c:v>
                </c:pt>
                <c:pt idx="1">
                  <c:v>8s</c:v>
                </c:pt>
                <c:pt idx="2">
                  <c:v>22s</c:v>
                </c:pt>
                <c:pt idx="3">
                  <c:v>36s</c:v>
                </c:pt>
                <c:pt idx="4">
                  <c:v>50s</c:v>
                </c:pt>
                <c:pt idx="5">
                  <c:v>65s</c:v>
                </c:pt>
                <c:pt idx="6">
                  <c:v>79s</c:v>
                </c:pt>
                <c:pt idx="7">
                  <c:v>93s</c:v>
                </c:pt>
                <c:pt idx="8">
                  <c:v>108s</c:v>
                </c:pt>
                <c:pt idx="9">
                  <c:v>122s</c:v>
                </c:pt>
                <c:pt idx="10">
                  <c:v>136s</c:v>
                </c:pt>
                <c:pt idx="11">
                  <c:v>150s</c:v>
                </c:pt>
                <c:pt idx="12">
                  <c:v>165s</c:v>
                </c:pt>
                <c:pt idx="13">
                  <c:v>179s</c:v>
                </c:pt>
                <c:pt idx="14">
                  <c:v>193s</c:v>
                </c:pt>
                <c:pt idx="15">
                  <c:v>207s</c:v>
                </c:pt>
                <c:pt idx="16">
                  <c:v>222s</c:v>
                </c:pt>
                <c:pt idx="17">
                  <c:v>236s</c:v>
                </c:pt>
                <c:pt idx="18">
                  <c:v>250s</c:v>
                </c:pt>
                <c:pt idx="19">
                  <c:v>265s</c:v>
                </c:pt>
                <c:pt idx="20">
                  <c:v>279s</c:v>
                </c:pt>
                <c:pt idx="21">
                  <c:v>293s</c:v>
                </c:pt>
                <c:pt idx="22">
                  <c:v>308s</c:v>
                </c:pt>
                <c:pt idx="23">
                  <c:v>322s</c:v>
                </c:pt>
                <c:pt idx="24">
                  <c:v>336s</c:v>
                </c:pt>
                <c:pt idx="25">
                  <c:v>351s</c:v>
                </c:pt>
                <c:pt idx="26">
                  <c:v>365s</c:v>
                </c:pt>
                <c:pt idx="27">
                  <c:v>379s</c:v>
                </c:pt>
                <c:pt idx="28">
                  <c:v>394s</c:v>
                </c:pt>
                <c:pt idx="29">
                  <c:v>408s</c:v>
                </c:pt>
                <c:pt idx="30">
                  <c:v>422s</c:v>
                </c:pt>
                <c:pt idx="31">
                  <c:v>436s</c:v>
                </c:pt>
                <c:pt idx="32">
                  <c:v>451s</c:v>
                </c:pt>
                <c:pt idx="33">
                  <c:v>465s</c:v>
                </c:pt>
                <c:pt idx="34">
                  <c:v>479s</c:v>
                </c:pt>
                <c:pt idx="35">
                  <c:v>494s</c:v>
                </c:pt>
                <c:pt idx="36">
                  <c:v>508s</c:v>
                </c:pt>
                <c:pt idx="37">
                  <c:v>522s</c:v>
                </c:pt>
                <c:pt idx="38">
                  <c:v>537s</c:v>
                </c:pt>
                <c:pt idx="39">
                  <c:v>551s</c:v>
                </c:pt>
                <c:pt idx="40">
                  <c:v>565s</c:v>
                </c:pt>
                <c:pt idx="41">
                  <c:v>580s</c:v>
                </c:pt>
                <c:pt idx="42">
                  <c:v>594s</c:v>
                </c:pt>
                <c:pt idx="43">
                  <c:v>608s</c:v>
                </c:pt>
                <c:pt idx="44">
                  <c:v>622s</c:v>
                </c:pt>
                <c:pt idx="45">
                  <c:v>637s</c:v>
                </c:pt>
                <c:pt idx="46">
                  <c:v>651s</c:v>
                </c:pt>
                <c:pt idx="47">
                  <c:v>665s</c:v>
                </c:pt>
                <c:pt idx="48">
                  <c:v>680s</c:v>
                </c:pt>
                <c:pt idx="49">
                  <c:v>694s</c:v>
                </c:pt>
                <c:pt idx="50">
                  <c:v>708s</c:v>
                </c:pt>
                <c:pt idx="51">
                  <c:v>723s</c:v>
                </c:pt>
                <c:pt idx="52">
                  <c:v>737s</c:v>
                </c:pt>
                <c:pt idx="53">
                  <c:v>751s</c:v>
                </c:pt>
                <c:pt idx="54">
                  <c:v>765s</c:v>
                </c:pt>
                <c:pt idx="55">
                  <c:v>780s</c:v>
                </c:pt>
                <c:pt idx="56">
                  <c:v>794s</c:v>
                </c:pt>
                <c:pt idx="57">
                  <c:v>808s</c:v>
                </c:pt>
                <c:pt idx="58">
                  <c:v>823s</c:v>
                </c:pt>
                <c:pt idx="59">
                  <c:v>837s</c:v>
                </c:pt>
                <c:pt idx="60">
                  <c:v>851s</c:v>
                </c:pt>
                <c:pt idx="61">
                  <c:v>865s</c:v>
                </c:pt>
                <c:pt idx="62">
                  <c:v>880s</c:v>
                </c:pt>
                <c:pt idx="63">
                  <c:v>894s</c:v>
                </c:pt>
                <c:pt idx="64">
                  <c:v>908s</c:v>
                </c:pt>
                <c:pt idx="65">
                  <c:v>923s</c:v>
                </c:pt>
                <c:pt idx="66">
                  <c:v>937s</c:v>
                </c:pt>
                <c:pt idx="67">
                  <c:v>951s</c:v>
                </c:pt>
                <c:pt idx="68">
                  <c:v>965s</c:v>
                </c:pt>
                <c:pt idx="69">
                  <c:v>980s</c:v>
                </c:pt>
                <c:pt idx="70">
                  <c:v>994s</c:v>
                </c:pt>
                <c:pt idx="71">
                  <c:v>1008s</c:v>
                </c:pt>
                <c:pt idx="72">
                  <c:v>1022s</c:v>
                </c:pt>
                <c:pt idx="73">
                  <c:v>1037s</c:v>
                </c:pt>
                <c:pt idx="74">
                  <c:v>1051s</c:v>
                </c:pt>
                <c:pt idx="75">
                  <c:v>1065s</c:v>
                </c:pt>
                <c:pt idx="76">
                  <c:v>1080s</c:v>
                </c:pt>
                <c:pt idx="77">
                  <c:v>1094s</c:v>
                </c:pt>
              </c:strCache>
            </c:strRef>
          </c:cat>
          <c:val>
            <c:numRef>
              <c:f>Sheet1!$E$2:$E$79</c:f>
              <c:numCache>
                <c:formatCode>General</c:formatCode>
                <c:ptCount val="78"/>
                <c:pt idx="0">
                  <c:v>25</c:v>
                </c:pt>
                <c:pt idx="1">
                  <c:v>0.10416666666666667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50.052083333333329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  <c:pt idx="12">
                  <c:v>100</c:v>
                </c:pt>
                <c:pt idx="13">
                  <c:v>100</c:v>
                </c:pt>
                <c:pt idx="14">
                  <c:v>100</c:v>
                </c:pt>
                <c:pt idx="15">
                  <c:v>100</c:v>
                </c:pt>
                <c:pt idx="16">
                  <c:v>100</c:v>
                </c:pt>
                <c:pt idx="17">
                  <c:v>100</c:v>
                </c:pt>
                <c:pt idx="18">
                  <c:v>75.052083333333329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  <c:pt idx="39">
                  <c:v>100</c:v>
                </c:pt>
                <c:pt idx="40">
                  <c:v>100</c:v>
                </c:pt>
                <c:pt idx="41">
                  <c:v>100</c:v>
                </c:pt>
                <c:pt idx="42">
                  <c:v>100</c:v>
                </c:pt>
                <c:pt idx="43">
                  <c:v>100</c:v>
                </c:pt>
                <c:pt idx="44">
                  <c:v>100</c:v>
                </c:pt>
                <c:pt idx="45">
                  <c:v>100</c:v>
                </c:pt>
                <c:pt idx="46">
                  <c:v>100</c:v>
                </c:pt>
                <c:pt idx="47">
                  <c:v>100</c:v>
                </c:pt>
                <c:pt idx="48">
                  <c:v>100</c:v>
                </c:pt>
                <c:pt idx="49">
                  <c:v>100</c:v>
                </c:pt>
                <c:pt idx="50">
                  <c:v>100</c:v>
                </c:pt>
                <c:pt idx="51">
                  <c:v>100</c:v>
                </c:pt>
                <c:pt idx="52">
                  <c:v>100</c:v>
                </c:pt>
                <c:pt idx="53">
                  <c:v>100</c:v>
                </c:pt>
                <c:pt idx="54">
                  <c:v>100</c:v>
                </c:pt>
                <c:pt idx="55">
                  <c:v>100</c:v>
                </c:pt>
                <c:pt idx="56">
                  <c:v>100</c:v>
                </c:pt>
                <c:pt idx="57">
                  <c:v>100</c:v>
                </c:pt>
                <c:pt idx="58">
                  <c:v>100</c:v>
                </c:pt>
                <c:pt idx="59">
                  <c:v>100</c:v>
                </c:pt>
                <c:pt idx="60">
                  <c:v>100</c:v>
                </c:pt>
                <c:pt idx="61">
                  <c:v>100</c:v>
                </c:pt>
                <c:pt idx="62">
                  <c:v>100</c:v>
                </c:pt>
                <c:pt idx="63">
                  <c:v>100</c:v>
                </c:pt>
                <c:pt idx="64">
                  <c:v>100</c:v>
                </c:pt>
                <c:pt idx="65">
                  <c:v>100</c:v>
                </c:pt>
                <c:pt idx="66">
                  <c:v>100</c:v>
                </c:pt>
                <c:pt idx="67">
                  <c:v>100</c:v>
                </c:pt>
                <c:pt idx="68">
                  <c:v>100</c:v>
                </c:pt>
                <c:pt idx="69">
                  <c:v>100</c:v>
                </c:pt>
                <c:pt idx="70">
                  <c:v>100</c:v>
                </c:pt>
                <c:pt idx="71">
                  <c:v>100</c:v>
                </c:pt>
                <c:pt idx="72">
                  <c:v>100</c:v>
                </c:pt>
                <c:pt idx="73">
                  <c:v>100</c:v>
                </c:pt>
                <c:pt idx="74">
                  <c:v>100</c:v>
                </c:pt>
                <c:pt idx="75">
                  <c:v>100</c:v>
                </c:pt>
                <c:pt idx="76">
                  <c:v>100</c:v>
                </c:pt>
                <c:pt idx="77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642-B040-B77B-14A9E736B9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Sheet1!$A$2:$A$79</c:f>
              <c:strCache>
                <c:ptCount val="78"/>
                <c:pt idx="0">
                  <c:v>0s</c:v>
                </c:pt>
                <c:pt idx="1">
                  <c:v>8s</c:v>
                </c:pt>
                <c:pt idx="2">
                  <c:v>22s</c:v>
                </c:pt>
                <c:pt idx="3">
                  <c:v>36s</c:v>
                </c:pt>
                <c:pt idx="4">
                  <c:v>50s</c:v>
                </c:pt>
                <c:pt idx="5">
                  <c:v>65s</c:v>
                </c:pt>
                <c:pt idx="6">
                  <c:v>79s</c:v>
                </c:pt>
                <c:pt idx="7">
                  <c:v>93s</c:v>
                </c:pt>
                <c:pt idx="8">
                  <c:v>108s</c:v>
                </c:pt>
                <c:pt idx="9">
                  <c:v>122s</c:v>
                </c:pt>
                <c:pt idx="10">
                  <c:v>136s</c:v>
                </c:pt>
                <c:pt idx="11">
                  <c:v>150s</c:v>
                </c:pt>
                <c:pt idx="12">
                  <c:v>165s</c:v>
                </c:pt>
                <c:pt idx="13">
                  <c:v>179s</c:v>
                </c:pt>
                <c:pt idx="14">
                  <c:v>193s</c:v>
                </c:pt>
                <c:pt idx="15">
                  <c:v>207s</c:v>
                </c:pt>
                <c:pt idx="16">
                  <c:v>222s</c:v>
                </c:pt>
                <c:pt idx="17">
                  <c:v>236s</c:v>
                </c:pt>
                <c:pt idx="18">
                  <c:v>250s</c:v>
                </c:pt>
                <c:pt idx="19">
                  <c:v>265s</c:v>
                </c:pt>
                <c:pt idx="20">
                  <c:v>279s</c:v>
                </c:pt>
                <c:pt idx="21">
                  <c:v>293s</c:v>
                </c:pt>
                <c:pt idx="22">
                  <c:v>308s</c:v>
                </c:pt>
                <c:pt idx="23">
                  <c:v>322s</c:v>
                </c:pt>
                <c:pt idx="24">
                  <c:v>336s</c:v>
                </c:pt>
                <c:pt idx="25">
                  <c:v>351s</c:v>
                </c:pt>
                <c:pt idx="26">
                  <c:v>365s</c:v>
                </c:pt>
                <c:pt idx="27">
                  <c:v>379s</c:v>
                </c:pt>
                <c:pt idx="28">
                  <c:v>394s</c:v>
                </c:pt>
                <c:pt idx="29">
                  <c:v>408s</c:v>
                </c:pt>
                <c:pt idx="30">
                  <c:v>422s</c:v>
                </c:pt>
                <c:pt idx="31">
                  <c:v>436s</c:v>
                </c:pt>
                <c:pt idx="32">
                  <c:v>451s</c:v>
                </c:pt>
                <c:pt idx="33">
                  <c:v>465s</c:v>
                </c:pt>
                <c:pt idx="34">
                  <c:v>479s</c:v>
                </c:pt>
                <c:pt idx="35">
                  <c:v>494s</c:v>
                </c:pt>
                <c:pt idx="36">
                  <c:v>508s</c:v>
                </c:pt>
                <c:pt idx="37">
                  <c:v>522s</c:v>
                </c:pt>
                <c:pt idx="38">
                  <c:v>537s</c:v>
                </c:pt>
                <c:pt idx="39">
                  <c:v>551s</c:v>
                </c:pt>
                <c:pt idx="40">
                  <c:v>565s</c:v>
                </c:pt>
                <c:pt idx="41">
                  <c:v>580s</c:v>
                </c:pt>
                <c:pt idx="42">
                  <c:v>594s</c:v>
                </c:pt>
                <c:pt idx="43">
                  <c:v>608s</c:v>
                </c:pt>
                <c:pt idx="44">
                  <c:v>622s</c:v>
                </c:pt>
                <c:pt idx="45">
                  <c:v>637s</c:v>
                </c:pt>
                <c:pt idx="46">
                  <c:v>651s</c:v>
                </c:pt>
                <c:pt idx="47">
                  <c:v>665s</c:v>
                </c:pt>
                <c:pt idx="48">
                  <c:v>680s</c:v>
                </c:pt>
                <c:pt idx="49">
                  <c:v>694s</c:v>
                </c:pt>
                <c:pt idx="50">
                  <c:v>708s</c:v>
                </c:pt>
                <c:pt idx="51">
                  <c:v>723s</c:v>
                </c:pt>
                <c:pt idx="52">
                  <c:v>737s</c:v>
                </c:pt>
                <c:pt idx="53">
                  <c:v>751s</c:v>
                </c:pt>
                <c:pt idx="54">
                  <c:v>765s</c:v>
                </c:pt>
                <c:pt idx="55">
                  <c:v>780s</c:v>
                </c:pt>
                <c:pt idx="56">
                  <c:v>794s</c:v>
                </c:pt>
                <c:pt idx="57">
                  <c:v>808s</c:v>
                </c:pt>
                <c:pt idx="58">
                  <c:v>823s</c:v>
                </c:pt>
                <c:pt idx="59">
                  <c:v>837s</c:v>
                </c:pt>
                <c:pt idx="60">
                  <c:v>851s</c:v>
                </c:pt>
                <c:pt idx="61">
                  <c:v>865s</c:v>
                </c:pt>
                <c:pt idx="62">
                  <c:v>880s</c:v>
                </c:pt>
                <c:pt idx="63">
                  <c:v>894s</c:v>
                </c:pt>
                <c:pt idx="64">
                  <c:v>908s</c:v>
                </c:pt>
                <c:pt idx="65">
                  <c:v>923s</c:v>
                </c:pt>
                <c:pt idx="66">
                  <c:v>937s</c:v>
                </c:pt>
                <c:pt idx="67">
                  <c:v>951s</c:v>
                </c:pt>
                <c:pt idx="68">
                  <c:v>965s</c:v>
                </c:pt>
                <c:pt idx="69">
                  <c:v>980s</c:v>
                </c:pt>
                <c:pt idx="70">
                  <c:v>994s</c:v>
                </c:pt>
                <c:pt idx="71">
                  <c:v>1008s</c:v>
                </c:pt>
                <c:pt idx="72">
                  <c:v>1022s</c:v>
                </c:pt>
                <c:pt idx="73">
                  <c:v>1037s</c:v>
                </c:pt>
                <c:pt idx="74">
                  <c:v>1051s</c:v>
                </c:pt>
                <c:pt idx="75">
                  <c:v>1065s</c:v>
                </c:pt>
                <c:pt idx="76">
                  <c:v>1080s</c:v>
                </c:pt>
                <c:pt idx="77">
                  <c:v>1094s</c:v>
                </c:pt>
              </c:strCache>
            </c:strRef>
          </c:cat>
          <c:val>
            <c:numRef>
              <c:f>Sheet1!$B$2:$B$79</c:f>
              <c:numCache>
                <c:formatCode>General</c:formatCode>
                <c:ptCount val="78"/>
                <c:pt idx="0">
                  <c:v>3.885416666666667</c:v>
                </c:pt>
                <c:pt idx="1">
                  <c:v>3.7994791666666665</c:v>
                </c:pt>
                <c:pt idx="2">
                  <c:v>3.794270833333333</c:v>
                </c:pt>
                <c:pt idx="3">
                  <c:v>3.791666666666667</c:v>
                </c:pt>
                <c:pt idx="4">
                  <c:v>3.7890625000000004</c:v>
                </c:pt>
                <c:pt idx="5">
                  <c:v>3.7890625000000004</c:v>
                </c:pt>
                <c:pt idx="6">
                  <c:v>3.791666666666667</c:v>
                </c:pt>
                <c:pt idx="7">
                  <c:v>3.7890625000000004</c:v>
                </c:pt>
                <c:pt idx="8">
                  <c:v>3.7890625000000004</c:v>
                </c:pt>
                <c:pt idx="9">
                  <c:v>3.7890625000000004</c:v>
                </c:pt>
                <c:pt idx="10">
                  <c:v>3.791666666666667</c:v>
                </c:pt>
                <c:pt idx="11">
                  <c:v>3.7890625000000004</c:v>
                </c:pt>
                <c:pt idx="12">
                  <c:v>3.78125</c:v>
                </c:pt>
                <c:pt idx="13">
                  <c:v>3.7682291666666665</c:v>
                </c:pt>
                <c:pt idx="14">
                  <c:v>3.7578124999999996</c:v>
                </c:pt>
                <c:pt idx="15">
                  <c:v>3.7552083333333335</c:v>
                </c:pt>
                <c:pt idx="16">
                  <c:v>3.7421875</c:v>
                </c:pt>
                <c:pt idx="17">
                  <c:v>3.731770833333333</c:v>
                </c:pt>
                <c:pt idx="18">
                  <c:v>3.7213541666666661</c:v>
                </c:pt>
                <c:pt idx="19">
                  <c:v>3.7109375</c:v>
                </c:pt>
                <c:pt idx="20">
                  <c:v>3.7005208333333339</c:v>
                </c:pt>
                <c:pt idx="21">
                  <c:v>3.692708333333333</c:v>
                </c:pt>
                <c:pt idx="22">
                  <c:v>3.682291666666667</c:v>
                </c:pt>
                <c:pt idx="23">
                  <c:v>3.6744791666666665</c:v>
                </c:pt>
                <c:pt idx="24">
                  <c:v>3.6640625000000004</c:v>
                </c:pt>
                <c:pt idx="25">
                  <c:v>3.65625</c:v>
                </c:pt>
                <c:pt idx="26">
                  <c:v>3.6484375</c:v>
                </c:pt>
                <c:pt idx="27">
                  <c:v>3.6380208333333339</c:v>
                </c:pt>
                <c:pt idx="28">
                  <c:v>3.6328124999999996</c:v>
                </c:pt>
                <c:pt idx="29">
                  <c:v>3.627604166666667</c:v>
                </c:pt>
                <c:pt idx="30">
                  <c:v>3.6223958333333335</c:v>
                </c:pt>
                <c:pt idx="31">
                  <c:v>3.6171875</c:v>
                </c:pt>
                <c:pt idx="32">
                  <c:v>3.6145833333333335</c:v>
                </c:pt>
                <c:pt idx="33">
                  <c:v>3.6119791666666665</c:v>
                </c:pt>
                <c:pt idx="34">
                  <c:v>3.6119791666666665</c:v>
                </c:pt>
                <c:pt idx="35">
                  <c:v>3.606770833333333</c:v>
                </c:pt>
                <c:pt idx="36">
                  <c:v>3.6041666666666665</c:v>
                </c:pt>
                <c:pt idx="37">
                  <c:v>3.598958333333333</c:v>
                </c:pt>
                <c:pt idx="38">
                  <c:v>3.596354166666667</c:v>
                </c:pt>
                <c:pt idx="39">
                  <c:v>3.5911458333333335</c:v>
                </c:pt>
                <c:pt idx="40">
                  <c:v>3.5885416666666661</c:v>
                </c:pt>
                <c:pt idx="41">
                  <c:v>3.5911458333333335</c:v>
                </c:pt>
                <c:pt idx="42">
                  <c:v>3.5937500000000004</c:v>
                </c:pt>
                <c:pt idx="43">
                  <c:v>3.5859375</c:v>
                </c:pt>
                <c:pt idx="44">
                  <c:v>3.5859375</c:v>
                </c:pt>
                <c:pt idx="45">
                  <c:v>3.5859375</c:v>
                </c:pt>
                <c:pt idx="46">
                  <c:v>3.5859375</c:v>
                </c:pt>
                <c:pt idx="47">
                  <c:v>3.5859375</c:v>
                </c:pt>
                <c:pt idx="48">
                  <c:v>3.5833333333333335</c:v>
                </c:pt>
                <c:pt idx="49">
                  <c:v>3.5807291666666665</c:v>
                </c:pt>
                <c:pt idx="50">
                  <c:v>3.5807291666666665</c:v>
                </c:pt>
                <c:pt idx="51">
                  <c:v>3.5833333333333335</c:v>
                </c:pt>
                <c:pt idx="52">
                  <c:v>3.5859375</c:v>
                </c:pt>
                <c:pt idx="53">
                  <c:v>3.5859375</c:v>
                </c:pt>
                <c:pt idx="54">
                  <c:v>3.5859375</c:v>
                </c:pt>
                <c:pt idx="55">
                  <c:v>3.5833333333333335</c:v>
                </c:pt>
                <c:pt idx="56">
                  <c:v>3.5833333333333335</c:v>
                </c:pt>
                <c:pt idx="57">
                  <c:v>3.596354166666667</c:v>
                </c:pt>
                <c:pt idx="58">
                  <c:v>3.598958333333333</c:v>
                </c:pt>
                <c:pt idx="59">
                  <c:v>3.596354166666667</c:v>
                </c:pt>
                <c:pt idx="60">
                  <c:v>3.5911458333333335</c:v>
                </c:pt>
                <c:pt idx="61">
                  <c:v>3.5911458333333335</c:v>
                </c:pt>
                <c:pt idx="62">
                  <c:v>3.5859375</c:v>
                </c:pt>
                <c:pt idx="63">
                  <c:v>3.5833333333333335</c:v>
                </c:pt>
                <c:pt idx="64">
                  <c:v>3.5807291666666665</c:v>
                </c:pt>
                <c:pt idx="65">
                  <c:v>3.5833333333333335</c:v>
                </c:pt>
                <c:pt idx="66">
                  <c:v>3.5807291666666665</c:v>
                </c:pt>
                <c:pt idx="67">
                  <c:v>3.5833333333333335</c:v>
                </c:pt>
                <c:pt idx="68">
                  <c:v>3.5755208333333335</c:v>
                </c:pt>
                <c:pt idx="69">
                  <c:v>3.578125</c:v>
                </c:pt>
                <c:pt idx="70">
                  <c:v>3.578125</c:v>
                </c:pt>
                <c:pt idx="71">
                  <c:v>3.5807291666666665</c:v>
                </c:pt>
                <c:pt idx="72">
                  <c:v>3.578125</c:v>
                </c:pt>
                <c:pt idx="73">
                  <c:v>3.578125</c:v>
                </c:pt>
                <c:pt idx="74">
                  <c:v>3.578125</c:v>
                </c:pt>
                <c:pt idx="75">
                  <c:v>3.578125</c:v>
                </c:pt>
                <c:pt idx="76">
                  <c:v>3.578125</c:v>
                </c:pt>
                <c:pt idx="77">
                  <c:v>3.5729166666666665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747-3B4C-A776-392B7CBAC9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Sheet1!$A$2:$A$79</c:f>
              <c:strCache>
                <c:ptCount val="78"/>
                <c:pt idx="0">
                  <c:v>0s</c:v>
                </c:pt>
                <c:pt idx="1">
                  <c:v>8s</c:v>
                </c:pt>
                <c:pt idx="2">
                  <c:v>22s</c:v>
                </c:pt>
                <c:pt idx="3">
                  <c:v>36s</c:v>
                </c:pt>
                <c:pt idx="4">
                  <c:v>50s</c:v>
                </c:pt>
                <c:pt idx="5">
                  <c:v>65s</c:v>
                </c:pt>
                <c:pt idx="6">
                  <c:v>79s</c:v>
                </c:pt>
                <c:pt idx="7">
                  <c:v>93s</c:v>
                </c:pt>
                <c:pt idx="8">
                  <c:v>108s</c:v>
                </c:pt>
                <c:pt idx="9">
                  <c:v>122s</c:v>
                </c:pt>
                <c:pt idx="10">
                  <c:v>136s</c:v>
                </c:pt>
                <c:pt idx="11">
                  <c:v>150s</c:v>
                </c:pt>
                <c:pt idx="12">
                  <c:v>165s</c:v>
                </c:pt>
                <c:pt idx="13">
                  <c:v>179s</c:v>
                </c:pt>
                <c:pt idx="14">
                  <c:v>193s</c:v>
                </c:pt>
                <c:pt idx="15">
                  <c:v>207s</c:v>
                </c:pt>
                <c:pt idx="16">
                  <c:v>222s</c:v>
                </c:pt>
                <c:pt idx="17">
                  <c:v>236s</c:v>
                </c:pt>
                <c:pt idx="18">
                  <c:v>250s</c:v>
                </c:pt>
                <c:pt idx="19">
                  <c:v>265s</c:v>
                </c:pt>
                <c:pt idx="20">
                  <c:v>279s</c:v>
                </c:pt>
                <c:pt idx="21">
                  <c:v>293s</c:v>
                </c:pt>
                <c:pt idx="22">
                  <c:v>308s</c:v>
                </c:pt>
                <c:pt idx="23">
                  <c:v>322s</c:v>
                </c:pt>
                <c:pt idx="24">
                  <c:v>336s</c:v>
                </c:pt>
                <c:pt idx="25">
                  <c:v>351s</c:v>
                </c:pt>
                <c:pt idx="26">
                  <c:v>365s</c:v>
                </c:pt>
                <c:pt idx="27">
                  <c:v>379s</c:v>
                </c:pt>
                <c:pt idx="28">
                  <c:v>394s</c:v>
                </c:pt>
                <c:pt idx="29">
                  <c:v>408s</c:v>
                </c:pt>
                <c:pt idx="30">
                  <c:v>422s</c:v>
                </c:pt>
                <c:pt idx="31">
                  <c:v>436s</c:v>
                </c:pt>
                <c:pt idx="32">
                  <c:v>451s</c:v>
                </c:pt>
                <c:pt idx="33">
                  <c:v>465s</c:v>
                </c:pt>
                <c:pt idx="34">
                  <c:v>479s</c:v>
                </c:pt>
                <c:pt idx="35">
                  <c:v>494s</c:v>
                </c:pt>
                <c:pt idx="36">
                  <c:v>508s</c:v>
                </c:pt>
                <c:pt idx="37">
                  <c:v>522s</c:v>
                </c:pt>
                <c:pt idx="38">
                  <c:v>537s</c:v>
                </c:pt>
                <c:pt idx="39">
                  <c:v>551s</c:v>
                </c:pt>
                <c:pt idx="40">
                  <c:v>565s</c:v>
                </c:pt>
                <c:pt idx="41">
                  <c:v>580s</c:v>
                </c:pt>
                <c:pt idx="42">
                  <c:v>594s</c:v>
                </c:pt>
                <c:pt idx="43">
                  <c:v>608s</c:v>
                </c:pt>
                <c:pt idx="44">
                  <c:v>622s</c:v>
                </c:pt>
                <c:pt idx="45">
                  <c:v>637s</c:v>
                </c:pt>
                <c:pt idx="46">
                  <c:v>651s</c:v>
                </c:pt>
                <c:pt idx="47">
                  <c:v>665s</c:v>
                </c:pt>
                <c:pt idx="48">
                  <c:v>680s</c:v>
                </c:pt>
                <c:pt idx="49">
                  <c:v>694s</c:v>
                </c:pt>
                <c:pt idx="50">
                  <c:v>708s</c:v>
                </c:pt>
                <c:pt idx="51">
                  <c:v>723s</c:v>
                </c:pt>
                <c:pt idx="52">
                  <c:v>737s</c:v>
                </c:pt>
                <c:pt idx="53">
                  <c:v>751s</c:v>
                </c:pt>
                <c:pt idx="54">
                  <c:v>765s</c:v>
                </c:pt>
                <c:pt idx="55">
                  <c:v>780s</c:v>
                </c:pt>
                <c:pt idx="56">
                  <c:v>794s</c:v>
                </c:pt>
                <c:pt idx="57">
                  <c:v>808s</c:v>
                </c:pt>
                <c:pt idx="58">
                  <c:v>823s</c:v>
                </c:pt>
                <c:pt idx="59">
                  <c:v>837s</c:v>
                </c:pt>
                <c:pt idx="60">
                  <c:v>851s</c:v>
                </c:pt>
                <c:pt idx="61">
                  <c:v>865s</c:v>
                </c:pt>
                <c:pt idx="62">
                  <c:v>880s</c:v>
                </c:pt>
                <c:pt idx="63">
                  <c:v>894s</c:v>
                </c:pt>
                <c:pt idx="64">
                  <c:v>908s</c:v>
                </c:pt>
                <c:pt idx="65">
                  <c:v>923s</c:v>
                </c:pt>
                <c:pt idx="66">
                  <c:v>937s</c:v>
                </c:pt>
                <c:pt idx="67">
                  <c:v>951s</c:v>
                </c:pt>
                <c:pt idx="68">
                  <c:v>965s</c:v>
                </c:pt>
                <c:pt idx="69">
                  <c:v>980s</c:v>
                </c:pt>
                <c:pt idx="70">
                  <c:v>994s</c:v>
                </c:pt>
                <c:pt idx="71">
                  <c:v>1008s</c:v>
                </c:pt>
                <c:pt idx="72">
                  <c:v>1022s</c:v>
                </c:pt>
                <c:pt idx="73">
                  <c:v>1037s</c:v>
                </c:pt>
                <c:pt idx="74">
                  <c:v>1051s</c:v>
                </c:pt>
                <c:pt idx="75">
                  <c:v>1065s</c:v>
                </c:pt>
                <c:pt idx="76">
                  <c:v>1080s</c:v>
                </c:pt>
                <c:pt idx="77">
                  <c:v>1094s</c:v>
                </c:pt>
              </c:strCache>
            </c:strRef>
          </c:cat>
          <c:val>
            <c:numRef>
              <c:f>Sheet1!$C$2:$C$79</c:f>
              <c:numCache>
                <c:formatCode>General</c:formatCode>
                <c:ptCount val="78"/>
                <c:pt idx="0">
                  <c:v>12.791666666666664</c:v>
                </c:pt>
                <c:pt idx="1">
                  <c:v>12.807291666666668</c:v>
                </c:pt>
                <c:pt idx="2">
                  <c:v>12.8046875</c:v>
                </c:pt>
                <c:pt idx="3">
                  <c:v>12.8046875</c:v>
                </c:pt>
                <c:pt idx="4">
                  <c:v>12.8046875</c:v>
                </c:pt>
                <c:pt idx="5">
                  <c:v>12.8046875</c:v>
                </c:pt>
                <c:pt idx="6">
                  <c:v>12.8046875</c:v>
                </c:pt>
                <c:pt idx="7">
                  <c:v>12.8046875</c:v>
                </c:pt>
                <c:pt idx="8">
                  <c:v>12.8046875</c:v>
                </c:pt>
                <c:pt idx="9">
                  <c:v>12.8046875</c:v>
                </c:pt>
                <c:pt idx="10">
                  <c:v>12.8046875</c:v>
                </c:pt>
                <c:pt idx="11">
                  <c:v>12.8046875</c:v>
                </c:pt>
                <c:pt idx="12">
                  <c:v>12.8046875</c:v>
                </c:pt>
                <c:pt idx="13">
                  <c:v>12.8046875</c:v>
                </c:pt>
                <c:pt idx="14">
                  <c:v>12.8046875</c:v>
                </c:pt>
                <c:pt idx="15">
                  <c:v>12.8046875</c:v>
                </c:pt>
                <c:pt idx="16">
                  <c:v>12.8046875</c:v>
                </c:pt>
                <c:pt idx="17">
                  <c:v>12.8046875</c:v>
                </c:pt>
                <c:pt idx="18">
                  <c:v>12.8046875</c:v>
                </c:pt>
                <c:pt idx="19">
                  <c:v>12.8046875</c:v>
                </c:pt>
                <c:pt idx="20">
                  <c:v>12.8046875</c:v>
                </c:pt>
                <c:pt idx="21">
                  <c:v>12.8046875</c:v>
                </c:pt>
                <c:pt idx="22">
                  <c:v>12.8046875</c:v>
                </c:pt>
                <c:pt idx="23">
                  <c:v>12.8046875</c:v>
                </c:pt>
                <c:pt idx="24">
                  <c:v>12.8046875</c:v>
                </c:pt>
                <c:pt idx="25">
                  <c:v>12.8046875</c:v>
                </c:pt>
                <c:pt idx="26">
                  <c:v>12.8046875</c:v>
                </c:pt>
                <c:pt idx="27">
                  <c:v>12.8046875</c:v>
                </c:pt>
                <c:pt idx="28">
                  <c:v>12.8046875</c:v>
                </c:pt>
                <c:pt idx="29">
                  <c:v>12.8046875</c:v>
                </c:pt>
                <c:pt idx="30">
                  <c:v>12.8046875</c:v>
                </c:pt>
                <c:pt idx="31">
                  <c:v>12.8046875</c:v>
                </c:pt>
                <c:pt idx="32">
                  <c:v>12.8046875</c:v>
                </c:pt>
                <c:pt idx="33">
                  <c:v>12.8046875</c:v>
                </c:pt>
                <c:pt idx="34">
                  <c:v>12.8046875</c:v>
                </c:pt>
                <c:pt idx="35">
                  <c:v>12.8046875</c:v>
                </c:pt>
                <c:pt idx="36">
                  <c:v>12.8046875</c:v>
                </c:pt>
                <c:pt idx="37">
                  <c:v>12.8046875</c:v>
                </c:pt>
                <c:pt idx="38">
                  <c:v>12.8046875</c:v>
                </c:pt>
                <c:pt idx="39">
                  <c:v>12.8046875</c:v>
                </c:pt>
                <c:pt idx="40">
                  <c:v>12.8046875</c:v>
                </c:pt>
                <c:pt idx="41">
                  <c:v>12.8046875</c:v>
                </c:pt>
                <c:pt idx="42">
                  <c:v>12.8046875</c:v>
                </c:pt>
                <c:pt idx="43">
                  <c:v>12.8046875</c:v>
                </c:pt>
                <c:pt idx="44">
                  <c:v>12.8046875</c:v>
                </c:pt>
                <c:pt idx="45">
                  <c:v>12.8046875</c:v>
                </c:pt>
                <c:pt idx="46">
                  <c:v>12.8046875</c:v>
                </c:pt>
                <c:pt idx="47">
                  <c:v>12.8046875</c:v>
                </c:pt>
                <c:pt idx="48">
                  <c:v>12.8046875</c:v>
                </c:pt>
                <c:pt idx="49">
                  <c:v>12.8046875</c:v>
                </c:pt>
                <c:pt idx="50">
                  <c:v>12.8046875</c:v>
                </c:pt>
                <c:pt idx="51">
                  <c:v>12.8046875</c:v>
                </c:pt>
                <c:pt idx="52">
                  <c:v>12.8046875</c:v>
                </c:pt>
                <c:pt idx="53">
                  <c:v>12.8046875</c:v>
                </c:pt>
                <c:pt idx="54">
                  <c:v>12.8046875</c:v>
                </c:pt>
                <c:pt idx="55">
                  <c:v>12.8046875</c:v>
                </c:pt>
                <c:pt idx="56">
                  <c:v>12.8046875</c:v>
                </c:pt>
                <c:pt idx="57">
                  <c:v>12.8046875</c:v>
                </c:pt>
                <c:pt idx="58">
                  <c:v>12.8046875</c:v>
                </c:pt>
                <c:pt idx="59">
                  <c:v>12.8046875</c:v>
                </c:pt>
                <c:pt idx="60">
                  <c:v>12.8046875</c:v>
                </c:pt>
                <c:pt idx="61">
                  <c:v>12.8046875</c:v>
                </c:pt>
                <c:pt idx="62">
                  <c:v>12.8046875</c:v>
                </c:pt>
                <c:pt idx="63">
                  <c:v>12.8046875</c:v>
                </c:pt>
                <c:pt idx="64">
                  <c:v>12.8046875</c:v>
                </c:pt>
                <c:pt idx="65">
                  <c:v>12.8046875</c:v>
                </c:pt>
                <c:pt idx="66">
                  <c:v>12.8046875</c:v>
                </c:pt>
                <c:pt idx="67">
                  <c:v>12.8046875</c:v>
                </c:pt>
                <c:pt idx="68">
                  <c:v>12.8046875</c:v>
                </c:pt>
                <c:pt idx="69">
                  <c:v>12.8046875</c:v>
                </c:pt>
                <c:pt idx="70">
                  <c:v>12.8046875</c:v>
                </c:pt>
                <c:pt idx="71">
                  <c:v>12.8046875</c:v>
                </c:pt>
                <c:pt idx="72">
                  <c:v>12.8046875</c:v>
                </c:pt>
                <c:pt idx="73">
                  <c:v>12.8046875</c:v>
                </c:pt>
                <c:pt idx="74">
                  <c:v>12.8046875</c:v>
                </c:pt>
                <c:pt idx="75">
                  <c:v>12.8046875</c:v>
                </c:pt>
                <c:pt idx="76">
                  <c:v>12.8046875</c:v>
                </c:pt>
                <c:pt idx="77">
                  <c:v>12.8046875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747-3B4C-A776-392B7CBAC92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Sheet1!$A$2:$A$79</c:f>
              <c:strCache>
                <c:ptCount val="78"/>
                <c:pt idx="0">
                  <c:v>0s</c:v>
                </c:pt>
                <c:pt idx="1">
                  <c:v>8s</c:v>
                </c:pt>
                <c:pt idx="2">
                  <c:v>22s</c:v>
                </c:pt>
                <c:pt idx="3">
                  <c:v>36s</c:v>
                </c:pt>
                <c:pt idx="4">
                  <c:v>50s</c:v>
                </c:pt>
                <c:pt idx="5">
                  <c:v>65s</c:v>
                </c:pt>
                <c:pt idx="6">
                  <c:v>79s</c:v>
                </c:pt>
                <c:pt idx="7">
                  <c:v>93s</c:v>
                </c:pt>
                <c:pt idx="8">
                  <c:v>108s</c:v>
                </c:pt>
                <c:pt idx="9">
                  <c:v>122s</c:v>
                </c:pt>
                <c:pt idx="10">
                  <c:v>136s</c:v>
                </c:pt>
                <c:pt idx="11">
                  <c:v>150s</c:v>
                </c:pt>
                <c:pt idx="12">
                  <c:v>165s</c:v>
                </c:pt>
                <c:pt idx="13">
                  <c:v>179s</c:v>
                </c:pt>
                <c:pt idx="14">
                  <c:v>193s</c:v>
                </c:pt>
                <c:pt idx="15">
                  <c:v>207s</c:v>
                </c:pt>
                <c:pt idx="16">
                  <c:v>222s</c:v>
                </c:pt>
                <c:pt idx="17">
                  <c:v>236s</c:v>
                </c:pt>
                <c:pt idx="18">
                  <c:v>250s</c:v>
                </c:pt>
                <c:pt idx="19">
                  <c:v>265s</c:v>
                </c:pt>
                <c:pt idx="20">
                  <c:v>279s</c:v>
                </c:pt>
                <c:pt idx="21">
                  <c:v>293s</c:v>
                </c:pt>
                <c:pt idx="22">
                  <c:v>308s</c:v>
                </c:pt>
                <c:pt idx="23">
                  <c:v>322s</c:v>
                </c:pt>
                <c:pt idx="24">
                  <c:v>336s</c:v>
                </c:pt>
                <c:pt idx="25">
                  <c:v>351s</c:v>
                </c:pt>
                <c:pt idx="26">
                  <c:v>365s</c:v>
                </c:pt>
                <c:pt idx="27">
                  <c:v>379s</c:v>
                </c:pt>
                <c:pt idx="28">
                  <c:v>394s</c:v>
                </c:pt>
                <c:pt idx="29">
                  <c:v>408s</c:v>
                </c:pt>
                <c:pt idx="30">
                  <c:v>422s</c:v>
                </c:pt>
                <c:pt idx="31">
                  <c:v>436s</c:v>
                </c:pt>
                <c:pt idx="32">
                  <c:v>451s</c:v>
                </c:pt>
                <c:pt idx="33">
                  <c:v>465s</c:v>
                </c:pt>
                <c:pt idx="34">
                  <c:v>479s</c:v>
                </c:pt>
                <c:pt idx="35">
                  <c:v>494s</c:v>
                </c:pt>
                <c:pt idx="36">
                  <c:v>508s</c:v>
                </c:pt>
                <c:pt idx="37">
                  <c:v>522s</c:v>
                </c:pt>
                <c:pt idx="38">
                  <c:v>537s</c:v>
                </c:pt>
                <c:pt idx="39">
                  <c:v>551s</c:v>
                </c:pt>
                <c:pt idx="40">
                  <c:v>565s</c:v>
                </c:pt>
                <c:pt idx="41">
                  <c:v>580s</c:v>
                </c:pt>
                <c:pt idx="42">
                  <c:v>594s</c:v>
                </c:pt>
                <c:pt idx="43">
                  <c:v>608s</c:v>
                </c:pt>
                <c:pt idx="44">
                  <c:v>622s</c:v>
                </c:pt>
                <c:pt idx="45">
                  <c:v>637s</c:v>
                </c:pt>
                <c:pt idx="46">
                  <c:v>651s</c:v>
                </c:pt>
                <c:pt idx="47">
                  <c:v>665s</c:v>
                </c:pt>
                <c:pt idx="48">
                  <c:v>680s</c:v>
                </c:pt>
                <c:pt idx="49">
                  <c:v>694s</c:v>
                </c:pt>
                <c:pt idx="50">
                  <c:v>708s</c:v>
                </c:pt>
                <c:pt idx="51">
                  <c:v>723s</c:v>
                </c:pt>
                <c:pt idx="52">
                  <c:v>737s</c:v>
                </c:pt>
                <c:pt idx="53">
                  <c:v>751s</c:v>
                </c:pt>
                <c:pt idx="54">
                  <c:v>765s</c:v>
                </c:pt>
                <c:pt idx="55">
                  <c:v>780s</c:v>
                </c:pt>
                <c:pt idx="56">
                  <c:v>794s</c:v>
                </c:pt>
                <c:pt idx="57">
                  <c:v>808s</c:v>
                </c:pt>
                <c:pt idx="58">
                  <c:v>823s</c:v>
                </c:pt>
                <c:pt idx="59">
                  <c:v>837s</c:v>
                </c:pt>
                <c:pt idx="60">
                  <c:v>851s</c:v>
                </c:pt>
                <c:pt idx="61">
                  <c:v>865s</c:v>
                </c:pt>
                <c:pt idx="62">
                  <c:v>880s</c:v>
                </c:pt>
                <c:pt idx="63">
                  <c:v>894s</c:v>
                </c:pt>
                <c:pt idx="64">
                  <c:v>908s</c:v>
                </c:pt>
                <c:pt idx="65">
                  <c:v>923s</c:v>
                </c:pt>
                <c:pt idx="66">
                  <c:v>937s</c:v>
                </c:pt>
                <c:pt idx="67">
                  <c:v>951s</c:v>
                </c:pt>
                <c:pt idx="68">
                  <c:v>965s</c:v>
                </c:pt>
                <c:pt idx="69">
                  <c:v>980s</c:v>
                </c:pt>
                <c:pt idx="70">
                  <c:v>994s</c:v>
                </c:pt>
                <c:pt idx="71">
                  <c:v>1008s</c:v>
                </c:pt>
                <c:pt idx="72">
                  <c:v>1022s</c:v>
                </c:pt>
                <c:pt idx="73">
                  <c:v>1037s</c:v>
                </c:pt>
                <c:pt idx="74">
                  <c:v>1051s</c:v>
                </c:pt>
                <c:pt idx="75">
                  <c:v>1065s</c:v>
                </c:pt>
                <c:pt idx="76">
                  <c:v>1080s</c:v>
                </c:pt>
                <c:pt idx="77">
                  <c:v>1094s</c:v>
                </c:pt>
              </c:strCache>
            </c:strRef>
          </c:cat>
          <c:val>
            <c:numRef>
              <c:f>Sheet1!$D$2:$D$79</c:f>
              <c:numCache>
                <c:formatCode>General</c:formatCode>
                <c:ptCount val="78"/>
                <c:pt idx="0">
                  <c:v>2.0833333333333336E-2</c:v>
                </c:pt>
                <c:pt idx="1">
                  <c:v>2.0833333333333336E-2</c:v>
                </c:pt>
                <c:pt idx="2">
                  <c:v>2.0833333333333336E-2</c:v>
                </c:pt>
                <c:pt idx="3">
                  <c:v>2.0833333333333336E-2</c:v>
                </c:pt>
                <c:pt idx="4">
                  <c:v>2.0833333333333336E-2</c:v>
                </c:pt>
                <c:pt idx="5">
                  <c:v>2.0833333333333336E-2</c:v>
                </c:pt>
                <c:pt idx="6">
                  <c:v>2.0833333333333336E-2</c:v>
                </c:pt>
                <c:pt idx="7">
                  <c:v>2.0833333333333336E-2</c:v>
                </c:pt>
                <c:pt idx="8">
                  <c:v>2.0833333333333336E-2</c:v>
                </c:pt>
                <c:pt idx="9">
                  <c:v>2.0833333333333336E-2</c:v>
                </c:pt>
                <c:pt idx="10">
                  <c:v>2.0833333333333336E-2</c:v>
                </c:pt>
                <c:pt idx="11">
                  <c:v>2.0833333333333336E-2</c:v>
                </c:pt>
                <c:pt idx="12">
                  <c:v>2.0833333333333336E-2</c:v>
                </c:pt>
                <c:pt idx="13">
                  <c:v>2.0833333333333336E-2</c:v>
                </c:pt>
                <c:pt idx="14">
                  <c:v>2.0833333333333336E-2</c:v>
                </c:pt>
                <c:pt idx="15">
                  <c:v>2.0833333333333336E-2</c:v>
                </c:pt>
                <c:pt idx="16">
                  <c:v>2.0833333333333336E-2</c:v>
                </c:pt>
                <c:pt idx="17">
                  <c:v>2.0833333333333336E-2</c:v>
                </c:pt>
                <c:pt idx="18">
                  <c:v>2.0833333333333336E-2</c:v>
                </c:pt>
                <c:pt idx="19">
                  <c:v>2.0833333333333336E-2</c:v>
                </c:pt>
                <c:pt idx="20">
                  <c:v>2.0833333333333336E-2</c:v>
                </c:pt>
                <c:pt idx="21">
                  <c:v>2.0833333333333336E-2</c:v>
                </c:pt>
                <c:pt idx="22">
                  <c:v>2.0833333333333336E-2</c:v>
                </c:pt>
                <c:pt idx="23">
                  <c:v>2.0833333333333336E-2</c:v>
                </c:pt>
                <c:pt idx="24">
                  <c:v>2.0833333333333336E-2</c:v>
                </c:pt>
                <c:pt idx="25">
                  <c:v>2.0833333333333336E-2</c:v>
                </c:pt>
                <c:pt idx="26">
                  <c:v>2.0833333333333336E-2</c:v>
                </c:pt>
                <c:pt idx="27">
                  <c:v>2.0833333333333336E-2</c:v>
                </c:pt>
                <c:pt idx="28">
                  <c:v>2.0833333333333336E-2</c:v>
                </c:pt>
                <c:pt idx="29">
                  <c:v>2.0833333333333336E-2</c:v>
                </c:pt>
                <c:pt idx="30">
                  <c:v>2.0833333333333336E-2</c:v>
                </c:pt>
                <c:pt idx="31">
                  <c:v>2.0833333333333336E-2</c:v>
                </c:pt>
                <c:pt idx="32">
                  <c:v>2.0833333333333336E-2</c:v>
                </c:pt>
                <c:pt idx="33">
                  <c:v>2.0833333333333336E-2</c:v>
                </c:pt>
                <c:pt idx="34">
                  <c:v>2.0833333333333336E-2</c:v>
                </c:pt>
                <c:pt idx="35">
                  <c:v>2.0833333333333336E-2</c:v>
                </c:pt>
                <c:pt idx="36">
                  <c:v>2.0833333333333336E-2</c:v>
                </c:pt>
                <c:pt idx="37">
                  <c:v>2.0833333333333336E-2</c:v>
                </c:pt>
                <c:pt idx="38">
                  <c:v>2.0833333333333336E-2</c:v>
                </c:pt>
                <c:pt idx="39">
                  <c:v>2.0833333333333336E-2</c:v>
                </c:pt>
                <c:pt idx="40">
                  <c:v>2.34375E-2</c:v>
                </c:pt>
                <c:pt idx="41">
                  <c:v>2.0833333333333336E-2</c:v>
                </c:pt>
                <c:pt idx="42">
                  <c:v>2.0833333333333336E-2</c:v>
                </c:pt>
                <c:pt idx="43">
                  <c:v>2.0833333333333336E-2</c:v>
                </c:pt>
                <c:pt idx="44">
                  <c:v>2.0833333333333336E-2</c:v>
                </c:pt>
                <c:pt idx="45">
                  <c:v>2.0833333333333336E-2</c:v>
                </c:pt>
                <c:pt idx="46">
                  <c:v>2.0833333333333336E-2</c:v>
                </c:pt>
                <c:pt idx="47">
                  <c:v>2.0833333333333336E-2</c:v>
                </c:pt>
                <c:pt idx="48">
                  <c:v>2.0833333333333336E-2</c:v>
                </c:pt>
                <c:pt idx="49">
                  <c:v>2.0833333333333336E-2</c:v>
                </c:pt>
                <c:pt idx="50">
                  <c:v>2.0833333333333336E-2</c:v>
                </c:pt>
                <c:pt idx="51">
                  <c:v>2.0833333333333336E-2</c:v>
                </c:pt>
                <c:pt idx="52">
                  <c:v>2.0833333333333336E-2</c:v>
                </c:pt>
                <c:pt idx="53">
                  <c:v>2.0833333333333336E-2</c:v>
                </c:pt>
                <c:pt idx="54">
                  <c:v>2.0833333333333336E-2</c:v>
                </c:pt>
                <c:pt idx="55">
                  <c:v>2.0833333333333336E-2</c:v>
                </c:pt>
                <c:pt idx="56">
                  <c:v>2.0833333333333336E-2</c:v>
                </c:pt>
                <c:pt idx="57">
                  <c:v>2.0833333333333336E-2</c:v>
                </c:pt>
                <c:pt idx="58">
                  <c:v>2.0833333333333336E-2</c:v>
                </c:pt>
                <c:pt idx="59">
                  <c:v>2.0833333333333336E-2</c:v>
                </c:pt>
                <c:pt idx="60">
                  <c:v>2.0833333333333336E-2</c:v>
                </c:pt>
                <c:pt idx="61">
                  <c:v>2.0833333333333336E-2</c:v>
                </c:pt>
                <c:pt idx="62">
                  <c:v>2.0833333333333336E-2</c:v>
                </c:pt>
                <c:pt idx="63">
                  <c:v>2.0833333333333336E-2</c:v>
                </c:pt>
                <c:pt idx="64">
                  <c:v>2.0833333333333336E-2</c:v>
                </c:pt>
                <c:pt idx="65">
                  <c:v>2.0833333333333336E-2</c:v>
                </c:pt>
                <c:pt idx="66">
                  <c:v>2.0833333333333336E-2</c:v>
                </c:pt>
                <c:pt idx="67">
                  <c:v>2.0833333333333336E-2</c:v>
                </c:pt>
                <c:pt idx="68">
                  <c:v>2.0833333333333336E-2</c:v>
                </c:pt>
                <c:pt idx="69">
                  <c:v>2.0833333333333336E-2</c:v>
                </c:pt>
                <c:pt idx="70">
                  <c:v>2.0833333333333336E-2</c:v>
                </c:pt>
                <c:pt idx="71">
                  <c:v>2.0833333333333336E-2</c:v>
                </c:pt>
                <c:pt idx="72">
                  <c:v>2.0833333333333336E-2</c:v>
                </c:pt>
                <c:pt idx="73">
                  <c:v>2.0833333333333336E-2</c:v>
                </c:pt>
                <c:pt idx="74">
                  <c:v>2.0833333333333336E-2</c:v>
                </c:pt>
                <c:pt idx="75">
                  <c:v>2.0833333333333336E-2</c:v>
                </c:pt>
                <c:pt idx="76">
                  <c:v>2.0833333333333336E-2</c:v>
                </c:pt>
                <c:pt idx="77">
                  <c:v>2.0833333333333336E-2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747-3B4C-A776-392B7CBAC92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Sheet1!$A$2:$A$79</c:f>
              <c:strCache>
                <c:ptCount val="78"/>
                <c:pt idx="0">
                  <c:v>0s</c:v>
                </c:pt>
                <c:pt idx="1">
                  <c:v>8s</c:v>
                </c:pt>
                <c:pt idx="2">
                  <c:v>22s</c:v>
                </c:pt>
                <c:pt idx="3">
                  <c:v>36s</c:v>
                </c:pt>
                <c:pt idx="4">
                  <c:v>50s</c:v>
                </c:pt>
                <c:pt idx="5">
                  <c:v>65s</c:v>
                </c:pt>
                <c:pt idx="6">
                  <c:v>79s</c:v>
                </c:pt>
                <c:pt idx="7">
                  <c:v>93s</c:v>
                </c:pt>
                <c:pt idx="8">
                  <c:v>108s</c:v>
                </c:pt>
                <c:pt idx="9">
                  <c:v>122s</c:v>
                </c:pt>
                <c:pt idx="10">
                  <c:v>136s</c:v>
                </c:pt>
                <c:pt idx="11">
                  <c:v>150s</c:v>
                </c:pt>
                <c:pt idx="12">
                  <c:v>165s</c:v>
                </c:pt>
                <c:pt idx="13">
                  <c:v>179s</c:v>
                </c:pt>
                <c:pt idx="14">
                  <c:v>193s</c:v>
                </c:pt>
                <c:pt idx="15">
                  <c:v>207s</c:v>
                </c:pt>
                <c:pt idx="16">
                  <c:v>222s</c:v>
                </c:pt>
                <c:pt idx="17">
                  <c:v>236s</c:v>
                </c:pt>
                <c:pt idx="18">
                  <c:v>250s</c:v>
                </c:pt>
                <c:pt idx="19">
                  <c:v>265s</c:v>
                </c:pt>
                <c:pt idx="20">
                  <c:v>279s</c:v>
                </c:pt>
                <c:pt idx="21">
                  <c:v>293s</c:v>
                </c:pt>
                <c:pt idx="22">
                  <c:v>308s</c:v>
                </c:pt>
                <c:pt idx="23">
                  <c:v>322s</c:v>
                </c:pt>
                <c:pt idx="24">
                  <c:v>336s</c:v>
                </c:pt>
                <c:pt idx="25">
                  <c:v>351s</c:v>
                </c:pt>
                <c:pt idx="26">
                  <c:v>365s</c:v>
                </c:pt>
                <c:pt idx="27">
                  <c:v>379s</c:v>
                </c:pt>
                <c:pt idx="28">
                  <c:v>394s</c:v>
                </c:pt>
                <c:pt idx="29">
                  <c:v>408s</c:v>
                </c:pt>
                <c:pt idx="30">
                  <c:v>422s</c:v>
                </c:pt>
                <c:pt idx="31">
                  <c:v>436s</c:v>
                </c:pt>
                <c:pt idx="32">
                  <c:v>451s</c:v>
                </c:pt>
                <c:pt idx="33">
                  <c:v>465s</c:v>
                </c:pt>
                <c:pt idx="34">
                  <c:v>479s</c:v>
                </c:pt>
                <c:pt idx="35">
                  <c:v>494s</c:v>
                </c:pt>
                <c:pt idx="36">
                  <c:v>508s</c:v>
                </c:pt>
                <c:pt idx="37">
                  <c:v>522s</c:v>
                </c:pt>
                <c:pt idx="38">
                  <c:v>537s</c:v>
                </c:pt>
                <c:pt idx="39">
                  <c:v>551s</c:v>
                </c:pt>
                <c:pt idx="40">
                  <c:v>565s</c:v>
                </c:pt>
                <c:pt idx="41">
                  <c:v>580s</c:v>
                </c:pt>
                <c:pt idx="42">
                  <c:v>594s</c:v>
                </c:pt>
                <c:pt idx="43">
                  <c:v>608s</c:v>
                </c:pt>
                <c:pt idx="44">
                  <c:v>622s</c:v>
                </c:pt>
                <c:pt idx="45">
                  <c:v>637s</c:v>
                </c:pt>
                <c:pt idx="46">
                  <c:v>651s</c:v>
                </c:pt>
                <c:pt idx="47">
                  <c:v>665s</c:v>
                </c:pt>
                <c:pt idx="48">
                  <c:v>680s</c:v>
                </c:pt>
                <c:pt idx="49">
                  <c:v>694s</c:v>
                </c:pt>
                <c:pt idx="50">
                  <c:v>708s</c:v>
                </c:pt>
                <c:pt idx="51">
                  <c:v>723s</c:v>
                </c:pt>
                <c:pt idx="52">
                  <c:v>737s</c:v>
                </c:pt>
                <c:pt idx="53">
                  <c:v>751s</c:v>
                </c:pt>
                <c:pt idx="54">
                  <c:v>765s</c:v>
                </c:pt>
                <c:pt idx="55">
                  <c:v>780s</c:v>
                </c:pt>
                <c:pt idx="56">
                  <c:v>794s</c:v>
                </c:pt>
                <c:pt idx="57">
                  <c:v>808s</c:v>
                </c:pt>
                <c:pt idx="58">
                  <c:v>823s</c:v>
                </c:pt>
                <c:pt idx="59">
                  <c:v>837s</c:v>
                </c:pt>
                <c:pt idx="60">
                  <c:v>851s</c:v>
                </c:pt>
                <c:pt idx="61">
                  <c:v>865s</c:v>
                </c:pt>
                <c:pt idx="62">
                  <c:v>880s</c:v>
                </c:pt>
                <c:pt idx="63">
                  <c:v>894s</c:v>
                </c:pt>
                <c:pt idx="64">
                  <c:v>908s</c:v>
                </c:pt>
                <c:pt idx="65">
                  <c:v>923s</c:v>
                </c:pt>
                <c:pt idx="66">
                  <c:v>937s</c:v>
                </c:pt>
                <c:pt idx="67">
                  <c:v>951s</c:v>
                </c:pt>
                <c:pt idx="68">
                  <c:v>965s</c:v>
                </c:pt>
                <c:pt idx="69">
                  <c:v>980s</c:v>
                </c:pt>
                <c:pt idx="70">
                  <c:v>994s</c:v>
                </c:pt>
                <c:pt idx="71">
                  <c:v>1008s</c:v>
                </c:pt>
                <c:pt idx="72">
                  <c:v>1022s</c:v>
                </c:pt>
                <c:pt idx="73">
                  <c:v>1037s</c:v>
                </c:pt>
                <c:pt idx="74">
                  <c:v>1051s</c:v>
                </c:pt>
                <c:pt idx="75">
                  <c:v>1065s</c:v>
                </c:pt>
                <c:pt idx="76">
                  <c:v>1080s</c:v>
                </c:pt>
                <c:pt idx="77">
                  <c:v>1094s</c:v>
                </c:pt>
              </c:strCache>
            </c:strRef>
          </c:cat>
          <c:val>
            <c:numRef>
              <c:f>Sheet1!$E$2:$E$79</c:f>
              <c:numCache>
                <c:formatCode>General</c:formatCode>
                <c:ptCount val="78"/>
                <c:pt idx="0">
                  <c:v>2.3177083333333335</c:v>
                </c:pt>
                <c:pt idx="1">
                  <c:v>2.325520833333333</c:v>
                </c:pt>
                <c:pt idx="2">
                  <c:v>2.3411458333333335</c:v>
                </c:pt>
                <c:pt idx="3">
                  <c:v>2.34375</c:v>
                </c:pt>
                <c:pt idx="4">
                  <c:v>2.34375</c:v>
                </c:pt>
                <c:pt idx="5">
                  <c:v>2.3463541666666665</c:v>
                </c:pt>
                <c:pt idx="6">
                  <c:v>2.348958333333333</c:v>
                </c:pt>
                <c:pt idx="7">
                  <c:v>2.3541666666666665</c:v>
                </c:pt>
                <c:pt idx="8">
                  <c:v>2.3515625</c:v>
                </c:pt>
                <c:pt idx="9">
                  <c:v>2.3541666666666665</c:v>
                </c:pt>
                <c:pt idx="10">
                  <c:v>2.2473958333333335</c:v>
                </c:pt>
                <c:pt idx="11">
                  <c:v>2.2473958333333335</c:v>
                </c:pt>
                <c:pt idx="12">
                  <c:v>2.2473958333333335</c:v>
                </c:pt>
                <c:pt idx="13">
                  <c:v>2.2473958333333335</c:v>
                </c:pt>
                <c:pt idx="14">
                  <c:v>2.2500000000000004</c:v>
                </c:pt>
                <c:pt idx="15">
                  <c:v>2.2526041666666665</c:v>
                </c:pt>
                <c:pt idx="16">
                  <c:v>2.2526041666666665</c:v>
                </c:pt>
                <c:pt idx="17">
                  <c:v>2.2526041666666665</c:v>
                </c:pt>
                <c:pt idx="18">
                  <c:v>2.1015625</c:v>
                </c:pt>
                <c:pt idx="19">
                  <c:v>2.1041666666666665</c:v>
                </c:pt>
                <c:pt idx="20">
                  <c:v>2.1041666666666665</c:v>
                </c:pt>
                <c:pt idx="21">
                  <c:v>2.1041666666666665</c:v>
                </c:pt>
                <c:pt idx="22">
                  <c:v>2.0989583333333335</c:v>
                </c:pt>
                <c:pt idx="23">
                  <c:v>2.0989583333333335</c:v>
                </c:pt>
                <c:pt idx="24">
                  <c:v>2.1015625</c:v>
                </c:pt>
                <c:pt idx="25">
                  <c:v>2.1015625</c:v>
                </c:pt>
                <c:pt idx="26">
                  <c:v>2.1041666666666665</c:v>
                </c:pt>
                <c:pt idx="27">
                  <c:v>2.1015625</c:v>
                </c:pt>
                <c:pt idx="28">
                  <c:v>2.1041666666666665</c:v>
                </c:pt>
                <c:pt idx="29">
                  <c:v>2.1067708333333335</c:v>
                </c:pt>
                <c:pt idx="30">
                  <c:v>2.1041666666666665</c:v>
                </c:pt>
                <c:pt idx="31">
                  <c:v>2.1015625</c:v>
                </c:pt>
                <c:pt idx="32">
                  <c:v>2.1015625</c:v>
                </c:pt>
                <c:pt idx="33">
                  <c:v>2.1041666666666665</c:v>
                </c:pt>
                <c:pt idx="34">
                  <c:v>2.1041666666666665</c:v>
                </c:pt>
                <c:pt idx="35">
                  <c:v>2.1015625</c:v>
                </c:pt>
                <c:pt idx="36">
                  <c:v>2.1015625</c:v>
                </c:pt>
                <c:pt idx="37">
                  <c:v>2.1015625</c:v>
                </c:pt>
                <c:pt idx="38">
                  <c:v>2.1015625</c:v>
                </c:pt>
                <c:pt idx="39">
                  <c:v>2.1041666666666665</c:v>
                </c:pt>
                <c:pt idx="40">
                  <c:v>2.1015625</c:v>
                </c:pt>
                <c:pt idx="41">
                  <c:v>2.1015625</c:v>
                </c:pt>
                <c:pt idx="42">
                  <c:v>2.1041666666666665</c:v>
                </c:pt>
                <c:pt idx="43">
                  <c:v>2.1041666666666665</c:v>
                </c:pt>
                <c:pt idx="44">
                  <c:v>2.096354166666667</c:v>
                </c:pt>
                <c:pt idx="45">
                  <c:v>2.0989583333333335</c:v>
                </c:pt>
                <c:pt idx="46">
                  <c:v>2.096354166666667</c:v>
                </c:pt>
                <c:pt idx="47">
                  <c:v>2.096354166666667</c:v>
                </c:pt>
                <c:pt idx="48">
                  <c:v>2.09375</c:v>
                </c:pt>
                <c:pt idx="49">
                  <c:v>2.091145833333333</c:v>
                </c:pt>
                <c:pt idx="50">
                  <c:v>2.0885416666666665</c:v>
                </c:pt>
                <c:pt idx="51">
                  <c:v>2.0885416666666665</c:v>
                </c:pt>
                <c:pt idx="52">
                  <c:v>2.091145833333333</c:v>
                </c:pt>
                <c:pt idx="53">
                  <c:v>2.09375</c:v>
                </c:pt>
                <c:pt idx="54">
                  <c:v>2.09375</c:v>
                </c:pt>
                <c:pt idx="55">
                  <c:v>2.09375</c:v>
                </c:pt>
                <c:pt idx="56">
                  <c:v>2.09375</c:v>
                </c:pt>
                <c:pt idx="57">
                  <c:v>2.09375</c:v>
                </c:pt>
                <c:pt idx="58">
                  <c:v>2.09375</c:v>
                </c:pt>
                <c:pt idx="59">
                  <c:v>2.09375</c:v>
                </c:pt>
                <c:pt idx="60">
                  <c:v>2.091145833333333</c:v>
                </c:pt>
                <c:pt idx="61">
                  <c:v>2.091145833333333</c:v>
                </c:pt>
                <c:pt idx="62">
                  <c:v>2.09375</c:v>
                </c:pt>
                <c:pt idx="63">
                  <c:v>2.09375</c:v>
                </c:pt>
                <c:pt idx="64">
                  <c:v>2.091145833333333</c:v>
                </c:pt>
                <c:pt idx="65">
                  <c:v>2.096354166666667</c:v>
                </c:pt>
                <c:pt idx="66">
                  <c:v>2.096354166666667</c:v>
                </c:pt>
                <c:pt idx="67">
                  <c:v>2.096354166666667</c:v>
                </c:pt>
                <c:pt idx="68">
                  <c:v>2.096354166666667</c:v>
                </c:pt>
                <c:pt idx="69">
                  <c:v>2.091145833333333</c:v>
                </c:pt>
                <c:pt idx="70">
                  <c:v>2.091145833333333</c:v>
                </c:pt>
                <c:pt idx="71">
                  <c:v>2.091145833333333</c:v>
                </c:pt>
                <c:pt idx="72">
                  <c:v>2.0885416666666665</c:v>
                </c:pt>
                <c:pt idx="73">
                  <c:v>2.0885416666666665</c:v>
                </c:pt>
                <c:pt idx="74">
                  <c:v>2.0885416666666665</c:v>
                </c:pt>
                <c:pt idx="75">
                  <c:v>2.0885416666666665</c:v>
                </c:pt>
                <c:pt idx="76">
                  <c:v>2.0885416666666665</c:v>
                </c:pt>
                <c:pt idx="77">
                  <c:v>2.0885416666666665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747-3B4C-A776-392B7CBAC9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certs/s</c:v>
                </c:pt>
              </c:strCache>
            </c:strRef>
          </c:tx>
          <c:spPr>
            <a:ln w="22225">
              <a:solidFill>
                <a:srgbClr val="2F5FD0"/>
              </a:solidFill>
            </a:ln>
          </c:spPr>
          <c:cat>
            <c:strRef>
              <c:f>Sheet1!$A$2:$A$5</c:f>
              <c:strCache>
                <c:ptCount val="4"/>
                <c:pt idx="0">
                  <c:v>160</c:v>
                </c:pt>
                <c:pt idx="1">
                  <c:v>224</c:v>
                </c:pt>
                <c:pt idx="2">
                  <c:v>256</c:v>
                </c:pt>
                <c:pt idx="3">
                  <c:v>320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8679</c:v>
                </c:pt>
                <c:pt idx="1">
                  <c:v>8318</c:v>
                </c:pt>
                <c:pt idx="2">
                  <c:v>8006</c:v>
                </c:pt>
                <c:pt idx="3">
                  <c:v>7179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C4-C941-B254-6ADD4879C1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p50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Sheet1!$A$2:$A$5</c:f>
              <c:strCache>
                <c:ptCount val="4"/>
                <c:pt idx="0">
                  <c:v>160</c:v>
                </c:pt>
                <c:pt idx="1">
                  <c:v>224</c:v>
                </c:pt>
                <c:pt idx="2">
                  <c:v>256</c:v>
                </c:pt>
                <c:pt idx="3">
                  <c:v>320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15.52</c:v>
                </c:pt>
                <c:pt idx="1">
                  <c:v>23.36</c:v>
                </c:pt>
                <c:pt idx="2">
                  <c:v>27.13</c:v>
                </c:pt>
                <c:pt idx="3">
                  <c:v>36.590000000000003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BA-B34E-9939-C089A773E2C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p90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Sheet1!$A$2:$A$5</c:f>
              <c:strCache>
                <c:ptCount val="4"/>
                <c:pt idx="0">
                  <c:v>160</c:v>
                </c:pt>
                <c:pt idx="1">
                  <c:v>224</c:v>
                </c:pt>
                <c:pt idx="2">
                  <c:v>256</c:v>
                </c:pt>
                <c:pt idx="3">
                  <c:v>320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28.07</c:v>
                </c:pt>
                <c:pt idx="1">
                  <c:v>39.340000000000003</c:v>
                </c:pt>
                <c:pt idx="2">
                  <c:v>50.59</c:v>
                </c:pt>
                <c:pt idx="3">
                  <c:v>80.459999999999994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ABA-B34E-9939-C089A773E2C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p95</c:v>
                </c:pt>
              </c:strCache>
            </c:strRef>
          </c:tx>
          <c:spPr>
            <a:ln w="22225">
              <a:solidFill>
                <a:srgbClr val="BD7D1C"/>
              </a:solidFill>
            </a:ln>
          </c:spPr>
          <c:cat>
            <c:strRef>
              <c:f>Sheet1!$A$2:$A$5</c:f>
              <c:strCache>
                <c:ptCount val="4"/>
                <c:pt idx="0">
                  <c:v>160</c:v>
                </c:pt>
                <c:pt idx="1">
                  <c:v>224</c:v>
                </c:pt>
                <c:pt idx="2">
                  <c:v>256</c:v>
                </c:pt>
                <c:pt idx="3">
                  <c:v>320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32.44</c:v>
                </c:pt>
                <c:pt idx="1">
                  <c:v>56.52</c:v>
                </c:pt>
                <c:pt idx="2">
                  <c:v>77.319999999999993</c:v>
                </c:pt>
                <c:pt idx="3">
                  <c:v>104.82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ABA-B34E-9939-C089A773E2C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p99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Sheet1!$A$2:$A$5</c:f>
              <c:strCache>
                <c:ptCount val="4"/>
                <c:pt idx="0">
                  <c:v>160</c:v>
                </c:pt>
                <c:pt idx="1">
                  <c:v>224</c:v>
                </c:pt>
                <c:pt idx="2">
                  <c:v>256</c:v>
                </c:pt>
                <c:pt idx="3">
                  <c:v>320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86.29</c:v>
                </c:pt>
                <c:pt idx="1">
                  <c:v>112.8</c:v>
                </c:pt>
                <c:pt idx="2">
                  <c:v>125.29</c:v>
                </c:pt>
                <c:pt idx="3">
                  <c:v>154.41999999999999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ABA-B34E-9939-C089A773E2C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max</c:v>
                </c:pt>
              </c:strCache>
            </c:strRef>
          </c:tx>
          <c:spPr>
            <a:ln w="22225">
              <a:solidFill>
                <a:srgbClr val="7259C9"/>
              </a:solidFill>
            </a:ln>
          </c:spPr>
          <c:cat>
            <c:strRef>
              <c:f>Sheet1!$A$2:$A$5</c:f>
              <c:strCache>
                <c:ptCount val="4"/>
                <c:pt idx="0">
                  <c:v>160</c:v>
                </c:pt>
                <c:pt idx="1">
                  <c:v>224</c:v>
                </c:pt>
                <c:pt idx="2">
                  <c:v>256</c:v>
                </c:pt>
                <c:pt idx="3">
                  <c:v>320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200.71</c:v>
                </c:pt>
                <c:pt idx="1">
                  <c:v>205.61</c:v>
                </c:pt>
                <c:pt idx="2">
                  <c:v>215.01</c:v>
                </c:pt>
                <c:pt idx="3">
                  <c:v>343.38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5ABA-B34E-9939-C089A773E2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Sheet1!$A$2:$A$8</c:f>
              <c:strCache>
                <c:ptCount val="7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62.031249999999993</c:v>
                </c:pt>
                <c:pt idx="2">
                  <c:v>52.34375</c:v>
                </c:pt>
                <c:pt idx="3">
                  <c:v>0</c:v>
                </c:pt>
                <c:pt idx="4">
                  <c:v>55.208333333333336</c:v>
                </c:pt>
                <c:pt idx="5">
                  <c:v>49.947916666666671</c:v>
                </c:pt>
                <c:pt idx="6">
                  <c:v>32.8125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B6-BC47-A1FD-29530B9436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Sheet1!$A$2:$A$8</c:f>
              <c:strCache>
                <c:ptCount val="7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0.10416666666666667</c:v>
                </c:pt>
                <c:pt idx="1">
                  <c:v>8.4895833333333339</c:v>
                </c:pt>
                <c:pt idx="2">
                  <c:v>15</c:v>
                </c:pt>
                <c:pt idx="3">
                  <c:v>0.10416666666666667</c:v>
                </c:pt>
                <c:pt idx="4">
                  <c:v>17.65625</c:v>
                </c:pt>
                <c:pt idx="5">
                  <c:v>26.25</c:v>
                </c:pt>
                <c:pt idx="6">
                  <c:v>15.208333333333332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3B6-BC47-A1FD-29530B9436C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Sheet1!$A$2:$A$8</c:f>
              <c:strCache>
                <c:ptCount val="7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3.854166666666667</c:v>
                </c:pt>
                <c:pt idx="2">
                  <c:v>3.5937500000000004</c:v>
                </c:pt>
                <c:pt idx="3">
                  <c:v>5.2083333333333336E-2</c:v>
                </c:pt>
                <c:pt idx="4">
                  <c:v>3.90625</c:v>
                </c:pt>
                <c:pt idx="5">
                  <c:v>3.229166666666667</c:v>
                </c:pt>
                <c:pt idx="6">
                  <c:v>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3B6-BC47-A1FD-29530B9436C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Sheet1!$A$2:$A$8</c:f>
              <c:strCache>
                <c:ptCount val="7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0.78125</c:v>
                </c:pt>
                <c:pt idx="1">
                  <c:v>25.364583333333336</c:v>
                </c:pt>
                <c:pt idx="2">
                  <c:v>0.46875</c:v>
                </c:pt>
                <c:pt idx="3">
                  <c:v>0.41666666666666669</c:v>
                </c:pt>
                <c:pt idx="4">
                  <c:v>0.52083333333333326</c:v>
                </c:pt>
                <c:pt idx="5">
                  <c:v>0.36458333333333331</c:v>
                </c:pt>
                <c:pt idx="6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3B6-BC47-A1FD-29530B9436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EJBCA</c:v>
                </c:pt>
              </c:strCache>
            </c:strRef>
          </c:tx>
          <c:spPr>
            <a:ln w="22225">
              <a:solidFill>
                <a:srgbClr val="CD5537"/>
              </a:solidFill>
            </a:ln>
          </c:spPr>
          <c:cat>
            <c:strRef>
              <c:f>Sheet1!$A$2:$A$8</c:f>
              <c:strCache>
                <c:ptCount val="7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3.7005208333333339</c:v>
                </c:pt>
                <c:pt idx="1">
                  <c:v>3.7213541666666661</c:v>
                </c:pt>
                <c:pt idx="2">
                  <c:v>3.7239583333333335</c:v>
                </c:pt>
                <c:pt idx="3">
                  <c:v>3.729166666666667</c:v>
                </c:pt>
                <c:pt idx="4">
                  <c:v>3.752604166666667</c:v>
                </c:pt>
                <c:pt idx="5">
                  <c:v>3.7682291666666665</c:v>
                </c:pt>
                <c:pt idx="6">
                  <c:v>3.760416666666667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925-8C4A-8C0D-E6883434974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>
              <a:solidFill>
                <a:srgbClr val="3670C9"/>
              </a:solidFill>
            </a:ln>
          </c:spPr>
          <c:cat>
            <c:strRef>
              <c:f>Sheet1!$A$2:$A$8</c:f>
              <c:strCache>
                <c:ptCount val="7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7.6406249999999991</c:v>
                </c:pt>
                <c:pt idx="1">
                  <c:v>8.0651041666666661</c:v>
                </c:pt>
                <c:pt idx="2">
                  <c:v>8.3515625</c:v>
                </c:pt>
                <c:pt idx="3">
                  <c:v>8.6796875</c:v>
                </c:pt>
                <c:pt idx="4">
                  <c:v>9.0703125</c:v>
                </c:pt>
                <c:pt idx="5">
                  <c:v>9.3489583333333339</c:v>
                </c:pt>
                <c:pt idx="6">
                  <c:v>9.703125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925-8C4A-8C0D-E6883434974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Signer</c:v>
                </c:pt>
              </c:strCache>
            </c:strRef>
          </c:tx>
          <c:spPr>
            <a:ln w="22225">
              <a:solidFill>
                <a:srgbClr val="1F9367"/>
              </a:solidFill>
            </a:ln>
          </c:spPr>
          <c:cat>
            <c:strRef>
              <c:f>Sheet1!$A$2:$A$8</c:f>
              <c:strCache>
                <c:ptCount val="7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2.0833333333333336E-2</c:v>
                </c:pt>
                <c:pt idx="1">
                  <c:v>2.0833333333333336E-2</c:v>
                </c:pt>
                <c:pt idx="2">
                  <c:v>2.0833333333333336E-2</c:v>
                </c:pt>
                <c:pt idx="3">
                  <c:v>1.8229166666666668E-2</c:v>
                </c:pt>
                <c:pt idx="4">
                  <c:v>2.0833333333333336E-2</c:v>
                </c:pt>
                <c:pt idx="5">
                  <c:v>2.0833333333333336E-2</c:v>
                </c:pt>
                <c:pt idx="6">
                  <c:v>2.0833333333333336E-2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925-8C4A-8C0D-E6883434974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Drivers</c:v>
                </c:pt>
              </c:strCache>
            </c:strRef>
          </c:tx>
          <c:spPr>
            <a:ln w="22225">
              <a:solidFill>
                <a:srgbClr val="5B6BD0"/>
              </a:solidFill>
            </a:ln>
          </c:spPr>
          <c:cat>
            <c:strRef>
              <c:f>Sheet1!$A$2:$A$8</c:f>
              <c:strCache>
                <c:ptCount val="7"/>
                <c:pt idx="0">
                  <c:v>0s</c:v>
                </c:pt>
                <c:pt idx="1">
                  <c:v>8s</c:v>
                </c:pt>
                <c:pt idx="2">
                  <c:v>16s</c:v>
                </c:pt>
                <c:pt idx="3">
                  <c:v>24s</c:v>
                </c:pt>
                <c:pt idx="4">
                  <c:v>32s</c:v>
                </c:pt>
                <c:pt idx="5">
                  <c:v>40s</c:v>
                </c:pt>
                <c:pt idx="6">
                  <c:v>48s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1.7708333333333333</c:v>
                </c:pt>
                <c:pt idx="1">
                  <c:v>1.3489583333333333</c:v>
                </c:pt>
                <c:pt idx="2">
                  <c:v>1.7864583333333333</c:v>
                </c:pt>
                <c:pt idx="3">
                  <c:v>1.7708333333333333</c:v>
                </c:pt>
                <c:pt idx="4">
                  <c:v>1.421875</c:v>
                </c:pt>
                <c:pt idx="5">
                  <c:v>1.7890625</c:v>
                </c:pt>
                <c:pt idx="6">
                  <c:v>1.3541666666666667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925-8C4A-8C0D-E688343497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4E8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E4E8EE"/>
            </a:solidFill>
          </a:ln>
        </c:spPr>
        <c:txPr>
          <a:bodyPr/>
          <a:lstStyle/>
          <a:p>
            <a:pPr>
              <a:defRPr sz="700">
                <a:solidFill>
                  <a:srgbClr val="93A1B3"/>
                </a:solidFill>
                <a:latin typeface="Consolas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700">
              <a:latin typeface="Consola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6.xml"/><Relationship Id="rId4" Type="http://schemas.openxmlformats.org/officeDocument/2006/relationships/chart" Target="../charts/char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20.xml"/><Relationship Id="rId4" Type="http://schemas.openxmlformats.org/officeDocument/2006/relationships/chart" Target="../charts/char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24.xml"/><Relationship Id="rId4" Type="http://schemas.openxmlformats.org/officeDocument/2006/relationships/chart" Target="../charts/char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chart" Target="../charts/chart25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28.xml"/><Relationship Id="rId4" Type="http://schemas.openxmlformats.org/officeDocument/2006/relationships/chart" Target="../charts/char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0.xml"/><Relationship Id="rId2" Type="http://schemas.openxmlformats.org/officeDocument/2006/relationships/chart" Target="../charts/chart29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32.xml"/><Relationship Id="rId4" Type="http://schemas.openxmlformats.org/officeDocument/2006/relationships/chart" Target="../charts/chart3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4.xml"/><Relationship Id="rId2" Type="http://schemas.openxmlformats.org/officeDocument/2006/relationships/chart" Target="../charts/chart3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36.xml"/><Relationship Id="rId4" Type="http://schemas.openxmlformats.org/officeDocument/2006/relationships/chart" Target="../charts/chart3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8.xml"/><Relationship Id="rId2" Type="http://schemas.openxmlformats.org/officeDocument/2006/relationships/chart" Target="../charts/chart37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0.xml"/><Relationship Id="rId4" Type="http://schemas.openxmlformats.org/officeDocument/2006/relationships/chart" Target="../charts/chart3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2.xml"/><Relationship Id="rId2" Type="http://schemas.openxmlformats.org/officeDocument/2006/relationships/chart" Target="../charts/chart41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4.xml"/><Relationship Id="rId4" Type="http://schemas.openxmlformats.org/officeDocument/2006/relationships/chart" Target="../charts/chart4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6.xml"/><Relationship Id="rId2" Type="http://schemas.openxmlformats.org/officeDocument/2006/relationships/chart" Target="../charts/chart45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48.xml"/><Relationship Id="rId4" Type="http://schemas.openxmlformats.org/officeDocument/2006/relationships/chart" Target="../charts/chart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0"/>
            </a:avLst>
          </a:prstGeom>
          <a:solidFill>
            <a:srgbClr val="2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Calibri"/>
              </a:rPr>
              <a:t>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7607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6A7C"/>
                </a:solidFill>
                <a:latin typeface="Calibri"/>
              </a:rPr>
              <a:t>End-to-end certificate issuance path · one cluster host + off-box load generators · ca-central-1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6 · 3 gw · 1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Nitro enclave HSM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CLUSTER 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c8g.24xl · 96 vCPU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234440"/>
            <a:ext cx="22860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43200" y="1234440"/>
            <a:ext cx="9144000" cy="5212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98755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5B6BD0"/>
                </a:solidFill>
                <a:latin typeface="Consolas"/>
              </a:rPr>
              <a:t>LOAD GENERATORS · off-box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987552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Consolas"/>
              </a:rPr>
              <a:t>CLUSTER HOST · c8g.24xlarge · 96 vCPU / 192 GB · ca-central-1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508760"/>
            <a:ext cx="1920240" cy="822960"/>
          </a:xfrm>
          <a:prstGeom prst="roundRect">
            <a:avLst>
              <a:gd name="adj" fmla="val 12000"/>
            </a:avLst>
          </a:prstGeom>
          <a:solidFill>
            <a:srgbClr val="E9EEFB"/>
          </a:solidFill>
          <a:ln w="9525">
            <a:solidFill>
              <a:srgbClr val="5B6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655063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E2A3A"/>
                </a:solidFill>
                <a:latin typeface="Consolas"/>
              </a:rPr>
              <a:t>Loader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929384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5C6A7C"/>
                </a:solidFill>
                <a:latin typeface="Consolas"/>
              </a:rPr>
              <a:t>c8g.8xl · CSR gen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560320"/>
            <a:ext cx="1920240" cy="822960"/>
          </a:xfrm>
          <a:prstGeom prst="roundRect">
            <a:avLst>
              <a:gd name="adj" fmla="val 12000"/>
            </a:avLst>
          </a:prstGeom>
          <a:solidFill>
            <a:srgbClr val="E9EEFB"/>
          </a:solidFill>
          <a:ln w="9525">
            <a:solidFill>
              <a:srgbClr val="5B6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70662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E2A3A"/>
                </a:solidFill>
                <a:latin typeface="Consolas"/>
              </a:rPr>
              <a:t>Loader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80944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5C6A7C"/>
                </a:solidFill>
                <a:latin typeface="Consolas"/>
              </a:rPr>
              <a:t>c8g.8xl · CSR gen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79"/>
            <a:ext cx="1920240" cy="822960"/>
          </a:xfrm>
          <a:prstGeom prst="roundRect">
            <a:avLst>
              <a:gd name="adj" fmla="val 12000"/>
            </a:avLst>
          </a:prstGeom>
          <a:solidFill>
            <a:srgbClr val="E9EEFB"/>
          </a:solidFill>
          <a:ln w="9525">
            <a:solidFill>
              <a:srgbClr val="5B6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758183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E2A3A"/>
                </a:solidFill>
                <a:latin typeface="Consolas"/>
              </a:rPr>
              <a:t>Loader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32504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5C6A7C"/>
                </a:solidFill>
                <a:latin typeface="Consolas"/>
              </a:rPr>
              <a:t>c7g.8xl · CSR gen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360" y="242316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5C6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80360" y="254203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Consolas"/>
              </a:rPr>
              <a:t>enroll-LB
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278892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5C6A7C"/>
                </a:solidFill>
                <a:latin typeface="Consolas"/>
              </a:rPr>
              <a:t>nginx :8446
TCP passthr.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1417320"/>
            <a:ext cx="2743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D5537"/>
                </a:solidFill>
                <a:latin typeface="Consolas"/>
              </a:rPr>
              <a:t>EJBCA CE 9.3.7 ×6 (bottleneck)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1691640"/>
            <a:ext cx="1143000" cy="530352"/>
          </a:xfrm>
          <a:prstGeom prst="roundRect">
            <a:avLst>
              <a:gd name="adj" fmla="val 14000"/>
            </a:avLst>
          </a:prstGeom>
          <a:solidFill>
            <a:srgbClr val="F7EAE5"/>
          </a:solidFill>
          <a:ln w="9525">
            <a:solidFill>
              <a:srgbClr val="CD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80560" y="1847088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CD5537"/>
                </a:solidFill>
                <a:latin typeface="Consolas"/>
              </a:rPr>
              <a:t>ejbca1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15000" y="1691640"/>
            <a:ext cx="1143000" cy="530352"/>
          </a:xfrm>
          <a:prstGeom prst="roundRect">
            <a:avLst>
              <a:gd name="adj" fmla="val 14000"/>
            </a:avLst>
          </a:prstGeom>
          <a:solidFill>
            <a:srgbClr val="F7EAE5"/>
          </a:solidFill>
          <a:ln w="9525">
            <a:solidFill>
              <a:srgbClr val="CD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15000" y="1847088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CD5537"/>
                </a:solidFill>
                <a:latin typeface="Consolas"/>
              </a:rPr>
              <a:t>ejbca2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2350008"/>
            <a:ext cx="1143000" cy="530352"/>
          </a:xfrm>
          <a:prstGeom prst="roundRect">
            <a:avLst>
              <a:gd name="adj" fmla="val 14000"/>
            </a:avLst>
          </a:prstGeom>
          <a:solidFill>
            <a:srgbClr val="F7EAE5"/>
          </a:solidFill>
          <a:ln w="9525">
            <a:solidFill>
              <a:srgbClr val="CD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80560" y="2505456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CD5537"/>
                </a:solidFill>
                <a:latin typeface="Consolas"/>
              </a:rPr>
              <a:t>ejbca3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0" y="2350008"/>
            <a:ext cx="1143000" cy="530352"/>
          </a:xfrm>
          <a:prstGeom prst="roundRect">
            <a:avLst>
              <a:gd name="adj" fmla="val 14000"/>
            </a:avLst>
          </a:prstGeom>
          <a:solidFill>
            <a:srgbClr val="F7EAE5"/>
          </a:solidFill>
          <a:ln w="9525">
            <a:solidFill>
              <a:srgbClr val="CD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15000" y="2505456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CD5537"/>
                </a:solidFill>
                <a:latin typeface="Consolas"/>
              </a:rPr>
              <a:t>ejbca4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3008376"/>
            <a:ext cx="1143000" cy="530352"/>
          </a:xfrm>
          <a:prstGeom prst="roundRect">
            <a:avLst>
              <a:gd name="adj" fmla="val 14000"/>
            </a:avLst>
          </a:prstGeom>
          <a:solidFill>
            <a:srgbClr val="F7EAE5"/>
          </a:solidFill>
          <a:ln w="9525">
            <a:solidFill>
              <a:srgbClr val="CD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480560" y="3163824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CD5537"/>
                </a:solidFill>
                <a:latin typeface="Consolas"/>
              </a:rPr>
              <a:t>ejbca5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0" y="3008376"/>
            <a:ext cx="1143000" cy="530352"/>
          </a:xfrm>
          <a:prstGeom prst="roundRect">
            <a:avLst>
              <a:gd name="adj" fmla="val 14000"/>
            </a:avLst>
          </a:prstGeom>
          <a:solidFill>
            <a:srgbClr val="F7EAE5"/>
          </a:solidFill>
          <a:ln w="9525">
            <a:solidFill>
              <a:srgbClr val="CD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715000" y="3163824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CD5537"/>
                </a:solidFill>
                <a:latin typeface="Consolas"/>
              </a:rPr>
              <a:t>ejbca6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480560" y="4114800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9525">
            <a:solidFill>
              <a:srgbClr val="3670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80560" y="422452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3670C9"/>
                </a:solidFill>
                <a:latin typeface="Consolas"/>
              </a:rPr>
              <a:t>MariaDB · shared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48056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5C6A7C"/>
                </a:solidFill>
                <a:latin typeface="Consolas"/>
              </a:rPr>
              <a:t>RAM tmpfs · write-tuned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0" y="2514600"/>
            <a:ext cx="1097280" cy="8686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5C6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0" y="2615184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Consolas"/>
              </a:rPr>
              <a:t>gw-LB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2871216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5C6A7C"/>
                </a:solidFill>
                <a:latin typeface="Consolas"/>
              </a:rPr>
              <a:t>nginx :8443
mTLS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78240" y="141732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F9367"/>
                </a:solidFill>
                <a:latin typeface="Consolas"/>
              </a:rPr>
              <a:t>SIGNER GATEWAYS ×3 · Nitro enclave HSM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8240" y="1691640"/>
            <a:ext cx="3017520" cy="530352"/>
          </a:xfrm>
          <a:prstGeom prst="roundRect">
            <a:avLst>
              <a:gd name="adj" fmla="val 12000"/>
            </a:avLst>
          </a:prstGeom>
          <a:solidFill>
            <a:srgbClr val="E9F3EE"/>
          </a:solidFill>
          <a:ln w="9525">
            <a:solidFill>
              <a:srgbClr val="1F93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887968" y="1764792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F9367"/>
                </a:solidFill>
                <a:latin typeface="Consolas"/>
              </a:rPr>
              <a:t>signer-gw 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87968" y="1975104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onsolas"/>
              </a:rPr>
              <a:t>enclave · PKCS#11 · ICA P-384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78240" y="2331720"/>
            <a:ext cx="3017520" cy="530352"/>
          </a:xfrm>
          <a:prstGeom prst="roundRect">
            <a:avLst>
              <a:gd name="adj" fmla="val 12000"/>
            </a:avLst>
          </a:prstGeom>
          <a:solidFill>
            <a:srgbClr val="E9F3EE"/>
          </a:solidFill>
          <a:ln w="9525">
            <a:solidFill>
              <a:srgbClr val="1F93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887968" y="2404872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F9367"/>
                </a:solidFill>
                <a:latin typeface="Consolas"/>
              </a:rPr>
              <a:t>signer-gw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87968" y="2615184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onsolas"/>
              </a:rPr>
              <a:t>enclave · PKCS#11 · ICA P-384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78240" y="2971800"/>
            <a:ext cx="3017520" cy="530352"/>
          </a:xfrm>
          <a:prstGeom prst="roundRect">
            <a:avLst>
              <a:gd name="adj" fmla="val 12000"/>
            </a:avLst>
          </a:prstGeom>
          <a:solidFill>
            <a:srgbClr val="E9F3EE"/>
          </a:solidFill>
          <a:ln w="9525">
            <a:solidFill>
              <a:srgbClr val="1F93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887968" y="3044952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F9367"/>
                </a:solidFill>
                <a:latin typeface="Consolas"/>
              </a:rPr>
              <a:t>signer-gw 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87968" y="3255264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onsolas"/>
              </a:rPr>
              <a:t>enclave · PKCS#11 · ICA P-384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778240" y="4114800"/>
            <a:ext cx="3017520" cy="777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93A1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778240" y="422452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Consolas"/>
              </a:rPr>
              <a:t>AWS KMS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448056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5C6A7C"/>
                </a:solidFill>
                <a:latin typeface="Consolas"/>
              </a:rPr>
              <a:t>sealed ICA key → released inside enclave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377440" y="2834640"/>
            <a:ext cx="502920" cy="45720"/>
          </a:xfrm>
          <a:prstGeom prst="line">
            <a:avLst/>
          </a:prstGeom>
          <a:ln w="15875">
            <a:solidFill>
              <a:srgbClr val="93A1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4114800" y="2286000"/>
            <a:ext cx="365760" cy="548640"/>
          </a:xfrm>
          <a:prstGeom prst="line">
            <a:avLst/>
          </a:prstGeom>
          <a:ln w="15875">
            <a:solidFill>
              <a:srgbClr val="93A1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>
            <a:cxnSpLocks/>
          </p:cNvCxnSpPr>
          <p:nvPr/>
        </p:nvCxnSpPr>
        <p:spPr>
          <a:xfrm>
            <a:off x="5623560" y="3675887"/>
            <a:ext cx="0" cy="438913"/>
          </a:xfrm>
          <a:prstGeom prst="line">
            <a:avLst/>
          </a:prstGeom>
          <a:ln w="15875">
            <a:solidFill>
              <a:srgbClr val="93A1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>
            <a:cxnSpLocks/>
          </p:cNvCxnSpPr>
          <p:nvPr/>
        </p:nvCxnSpPr>
        <p:spPr>
          <a:xfrm flipV="1">
            <a:off x="5623560" y="3611879"/>
            <a:ext cx="0" cy="502921"/>
          </a:xfrm>
          <a:prstGeom prst="line">
            <a:avLst/>
          </a:prstGeom>
          <a:ln w="15875">
            <a:solidFill>
              <a:srgbClr val="93A1B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858000" y="2651760"/>
            <a:ext cx="457200" cy="182880"/>
          </a:xfrm>
          <a:prstGeom prst="line">
            <a:avLst/>
          </a:prstGeom>
          <a:ln w="15875">
            <a:solidFill>
              <a:srgbClr val="93A1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8412480" y="2194560"/>
            <a:ext cx="365760" cy="640080"/>
          </a:xfrm>
          <a:prstGeom prst="line">
            <a:avLst/>
          </a:prstGeom>
          <a:ln w="15875">
            <a:solidFill>
              <a:srgbClr val="93A1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287000" y="3337560"/>
            <a:ext cx="0" cy="777240"/>
          </a:xfrm>
          <a:prstGeom prst="line">
            <a:avLst/>
          </a:prstGeom>
          <a:ln w="15875">
            <a:solidFill>
              <a:srgbClr val="93A1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287000" y="3383280"/>
            <a:ext cx="0" cy="731520"/>
          </a:xfrm>
          <a:prstGeom prst="line">
            <a:avLst/>
          </a:prstGeom>
          <a:ln w="15875">
            <a:solidFill>
              <a:srgbClr val="93A1B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2514600" y="219456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5C6A7C"/>
                </a:solidFill>
                <a:latin typeface="Consolas"/>
              </a:rPr>
              <a:t>PKCS#10 · mTLS :8446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37960" y="226771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5C6A7C"/>
                </a:solidFill>
                <a:latin typeface="Consolas"/>
              </a:rPr>
              <a:t>PKCS#11 sign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92040" y="3675887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5C6A7C"/>
                </a:solidFill>
                <a:latin typeface="Consolas"/>
              </a:rPr>
              <a:t>JDBC · ~15 round-trips/cert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18120" y="228600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5C6A7C"/>
                </a:solidFill>
                <a:latin typeface="Consolas"/>
              </a:rPr>
              <a:t>mTLS :8443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784080" y="3675887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5C6A7C"/>
                </a:solidFill>
                <a:latin typeface="Consolas"/>
              </a:rPr>
              <a:t>KMS-sealed → enclave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0"/>
            </a:avLst>
          </a:prstGeom>
          <a:solidFill>
            <a:srgbClr val="2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Calibri"/>
              </a:rPr>
              <a:t>EJBCA 6-Node — </a:t>
            </a:r>
            <a:r>
              <a:rPr sz="2000" b="1">
                <a:solidFill>
                  <a:srgbClr val="2F5FD0"/>
                </a:solidFill>
                <a:latin typeface="Calibri"/>
              </a:rPr>
              <a:t>ECDSA P-256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7607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6A7C"/>
                </a:solidFill>
                <a:latin typeface="Calibri"/>
              </a:rPr>
              <a:t>Enclave-backed CA (HSM) · concurrency sweep · c8g.24xlarge / 96 vCPU · RAM-backed MariaDB · ca-central-1 ·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6 · 3 gw · 1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Nitro enclave HSM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EJBCA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6,918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192 conn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4288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14016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415,080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certs /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98264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EJBCA 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CD5537"/>
                </a:solidFill>
                <a:latin typeface="Consolas"/>
              </a:rPr>
              <a:t>69%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of host @ peak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3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HEADROOM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9367"/>
                </a:solidFill>
                <a:latin typeface="Consolas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host idle @ peak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59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P99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E2A3A"/>
                </a:solidFill>
                <a:latin typeface="Consolas"/>
              </a:rPr>
              <a:t>71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peak conn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51007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ENCLAVE HSM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7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1007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CPU · no penalty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193852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2A3A"/>
                </a:solidFill>
                <a:latin typeface="Calibri"/>
              </a:rPr>
              <a:t>Per-concurrency metrics — ECDSA P-256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20040" y="2212848"/>
          <a:ext cx="5212075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conn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certs/s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certs/m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p50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p95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p99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96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3,142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188k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20.5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39.6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108.5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173.7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508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low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144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5,494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329k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21.5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42.4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51.3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82.2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720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scaling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192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6,918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415k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25.5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42.5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49.0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70.6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300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PEAK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240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6,034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362k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36.5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66.4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79.6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119.1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262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past-peak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20040" y="3785615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C6A7C"/>
                </a:solidFill>
                <a:latin typeface="Calibri"/>
              </a:rPr>
              <a:t>6 nodes · ~1,153/s each — EJBCA app is the bottleneck; DB &amp; enclave (HSM) idle. Latency in ms.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Throughput vs concurrency (certs/s)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57607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90068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Latency vs concurrency (ms)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89611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8064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CPU % by tier · over time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7607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90068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Memory % by tier · over time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89611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0"/>
            </a:avLst>
          </a:prstGeom>
          <a:solidFill>
            <a:srgbClr val="2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Calibri"/>
              </a:rPr>
              <a:t>EJBCA 6-Node — </a:t>
            </a:r>
            <a:r>
              <a:rPr sz="2000" b="1">
                <a:solidFill>
                  <a:srgbClr val="2F5FD0"/>
                </a:solidFill>
                <a:latin typeface="Calibri"/>
              </a:rPr>
              <a:t>ECDSA P-384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7607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6A7C"/>
                </a:solidFill>
                <a:latin typeface="Calibri"/>
              </a:rPr>
              <a:t>Enclave-backed CA (HSM) · concurrency sweep · c8g.24xlarge / 96 vCPU · RAM-backed MariaDB · ca-central-1 ·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6 · 3 gw · 1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Nitro enclave HSM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EJBCA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6,460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144 conn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4288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14016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387,600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certs /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98264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EJBCA 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CD5537"/>
                </a:solidFill>
                <a:latin typeface="Consolas"/>
              </a:rPr>
              <a:t>67%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of host @ peak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3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HEADROOM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9367"/>
                </a:solidFill>
                <a:latin typeface="Consolas"/>
              </a:rPr>
              <a:t>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host idle @ peak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59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P99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E2A3A"/>
                </a:solidFill>
                <a:latin typeface="Consolas"/>
              </a:rPr>
              <a:t>52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peak conn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51007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ENCLAVE HSM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7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1007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CPU · no penalty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193852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2A3A"/>
                </a:solidFill>
                <a:latin typeface="Calibri"/>
              </a:rPr>
              <a:t>Per-concurrency metrics — ECDSA P-384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20040" y="2212848"/>
          <a:ext cx="5212075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conn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certs/s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certs/m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p50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p95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p99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96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5,253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315k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14.8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25.3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29.4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54.6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200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low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144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6,460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387k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21.3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32.1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37.8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51.5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248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PEAK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192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5,528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331k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31.8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55.2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64.9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107.8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259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past-peak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240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5,351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321k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37.9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75.3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93.0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168.6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379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past-peak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20040" y="3785615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C6A7C"/>
                </a:solidFill>
                <a:latin typeface="Calibri"/>
              </a:rPr>
              <a:t>6 nodes · ~1,076/s each — EJBCA app is the bottleneck; DB &amp; enclave (HSM) idle. Latency in ms.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Throughput vs concurrency (certs/s)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57607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90068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Latency vs concurrency (ms)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89611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8064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CPU % by tier · over time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7607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90068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Memory % by tier · over time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89611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0"/>
            </a:avLst>
          </a:prstGeom>
          <a:solidFill>
            <a:srgbClr val="2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Calibri"/>
              </a:rPr>
              <a:t>EJBCA 6-Node — </a:t>
            </a:r>
            <a:r>
              <a:rPr sz="2000" b="1">
                <a:solidFill>
                  <a:srgbClr val="2F5FD0"/>
                </a:solidFill>
                <a:latin typeface="Calibri"/>
              </a:rPr>
              <a:t>RSA-2048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7607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6A7C"/>
                </a:solidFill>
                <a:latin typeface="Calibri"/>
              </a:rPr>
              <a:t>Enclave-backed CA (HSM) · concurrency sweep · c8g.24xlarge / 96 vCPU · RAM-backed MariaDB · ca-central-1 ·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6 · 3 gw · 1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Nitro enclave HSM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EJBCA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10,483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240 conn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4288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14016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628,980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certs /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98264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EJBCA 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CD5537"/>
                </a:solidFill>
                <a:latin typeface="Consolas"/>
              </a:rPr>
              <a:t>70%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of host @ peak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3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HEADROOM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9367"/>
                </a:solidFill>
                <a:latin typeface="Consolas"/>
              </a:rPr>
              <a:t>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host idle @ peak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59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P99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E2A3A"/>
                </a:solidFill>
                <a:latin typeface="Consolas"/>
              </a:rPr>
              <a:t>69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peak conn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51007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ENCLAVE HSM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7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1007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CPU · no penalty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193852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2A3A"/>
                </a:solidFill>
                <a:latin typeface="Calibri"/>
              </a:rPr>
              <a:t>Per-concurrency metrics — RSA-2048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20040" y="2212848"/>
          <a:ext cx="5212075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conn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certs/s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certs/m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p50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p95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p99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96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6,655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399k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13.8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18.6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20.5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25.0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139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low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144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8,286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497k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15.5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25.7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28.8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35.1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198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scaling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192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9,455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567k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17.4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33.6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38.3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48.8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194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scaling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240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10,483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628k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19.2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40.9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47.4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68.8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200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PEAK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20040" y="3785615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C6A7C"/>
                </a:solidFill>
                <a:latin typeface="Calibri"/>
              </a:rPr>
              <a:t>6 nodes · ~1,747/s each — EJBCA app is the bottleneck; DB &amp; enclave (HSM) idle. Latency in ms.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Throughput vs concurrency (certs/s)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57607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90068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Latency vs concurrency (ms)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89611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8064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CPU % by tier · over time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7607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90068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Memory % by tier · over time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89611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0"/>
            </a:avLst>
          </a:prstGeom>
          <a:solidFill>
            <a:srgbClr val="2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Calibri"/>
              </a:rPr>
              <a:t>EJBCA 6-Node — </a:t>
            </a:r>
            <a:r>
              <a:rPr sz="2000" b="1">
                <a:solidFill>
                  <a:srgbClr val="2F5FD0"/>
                </a:solidFill>
                <a:latin typeface="Calibri"/>
              </a:rPr>
              <a:t>RSA-4096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7607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6A7C"/>
                </a:solidFill>
                <a:latin typeface="Calibri"/>
              </a:rPr>
              <a:t>Enclave-backed CA (HSM) · concurrency sweep · c8g.24xlarge / 96 vCPU · RAM-backed MariaDB · ca-central-1 ·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6 · 3 gw · 1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Nitro enclave HSM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EJBCA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3,952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192 conn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4288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14016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237,120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certs /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98264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EJBCA 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CD5537"/>
                </a:solidFill>
                <a:latin typeface="Consolas"/>
              </a:rPr>
              <a:t>85%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of host @ peak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3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HEADROOM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9367"/>
                </a:solidFill>
                <a:latin typeface="Consolas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host idle @ peak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59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P99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E2A3A"/>
                </a:solidFill>
                <a:latin typeface="Consolas"/>
              </a:rPr>
              <a:t>130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peak conn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51007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ENCLAVE HSM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7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1007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CPU · no penalty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193852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2A3A"/>
                </a:solidFill>
                <a:latin typeface="Calibri"/>
              </a:rPr>
              <a:t>Per-concurrency metrics — RSA-4096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20040" y="2212848"/>
          <a:ext cx="5212075" cy="1170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conn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certs/s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certs/m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p50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p95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p99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96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2,404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144k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39.3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43.0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44.7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50.5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167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low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144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3,195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191k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40.6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58.8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63.6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75.2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201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scaling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192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3,952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237k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41.3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74.0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86.7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130.4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282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PEAK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20040" y="3493008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C6A7C"/>
                </a:solidFill>
                <a:latin typeface="Calibri"/>
              </a:rPr>
              <a:t>6 nodes · ~658/s each — EJBCA app is the bottleneck; DB &amp; enclave (HSM) idle. Latency in ms.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Throughput vs concurrency (certs/s)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57607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90068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Latency vs concurrency (ms)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89611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8064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CPU % by tier · over time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7607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90068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Memory % by tier · over time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89611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0"/>
            </a:avLst>
          </a:prstGeom>
          <a:solidFill>
            <a:srgbClr val="2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Calibri"/>
              </a:rPr>
              <a:t>EJBCA 6-Node — </a:t>
            </a:r>
            <a:r>
              <a:rPr sz="2000" b="1">
                <a:solidFill>
                  <a:srgbClr val="2F5FD0"/>
                </a:solidFill>
                <a:latin typeface="Calibri"/>
              </a:rPr>
              <a:t>ML-DSA-65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7607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6A7C"/>
                </a:solidFill>
                <a:latin typeface="Calibri"/>
              </a:rPr>
              <a:t>Enclave-backed CA (HSM) · concurrency sweep · c8g.24xlarge / 96 vCPU · RAM-backed MariaDB · ca-central-1 · post-quantum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6 · 3 gw · 1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Nitro enclave HSM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EJBCA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6,281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96 conn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4288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14016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376,860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certs /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98264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EJBCA 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CD5537"/>
                </a:solidFill>
                <a:latin typeface="Consolas"/>
              </a:rPr>
              <a:t>68%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of host @ peak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3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HEADROOM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9367"/>
                </a:solidFill>
                <a:latin typeface="Consolas"/>
              </a:rPr>
              <a:t>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host idle @ peak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59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P99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E2A3A"/>
                </a:solidFill>
                <a:latin typeface="Consolas"/>
              </a:rPr>
              <a:t>32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peak conn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51007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ENCLAVE HSM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7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1007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CPU · no penalty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193852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2A3A"/>
                </a:solidFill>
                <a:latin typeface="Calibri"/>
              </a:rPr>
              <a:t>Per-concurrency metrics — ML-DSA-65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20040" y="2212848"/>
          <a:ext cx="5212075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conn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certs/s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certs/m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p50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p95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p99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96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6,281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376k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14.4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21.7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24.2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32.4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175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PEAK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144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5,977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358k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21.2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32.9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37.2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55.5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960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past-peak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192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5,347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320k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34.0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55.1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64.9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95.5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220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past-peak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240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5,615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336k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39.2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66.3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78.2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151.4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283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past-peak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20040" y="3785615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C6A7C"/>
                </a:solidFill>
                <a:latin typeface="Calibri"/>
              </a:rPr>
              <a:t>6 nodes · ~1,046/s each — EJBCA app is the bottleneck; DB &amp; enclave (HSM) idle. Latency in ms.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Throughput vs concurrency (certs/s)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57607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90068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Latency vs concurrency (ms)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89611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8064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CPU % by tier · over time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7607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90068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Memory % by tier · over time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89611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0"/>
            </a:avLst>
          </a:prstGeom>
          <a:solidFill>
            <a:srgbClr val="2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Calibri"/>
              </a:rPr>
              <a:t>EJBCA 6-Node — </a:t>
            </a:r>
            <a:r>
              <a:rPr sz="2000" b="1">
                <a:solidFill>
                  <a:srgbClr val="2F5FD0"/>
                </a:solidFill>
                <a:latin typeface="Calibri"/>
              </a:rPr>
              <a:t>ML-DSA-87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7607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6A7C"/>
                </a:solidFill>
                <a:latin typeface="Calibri"/>
              </a:rPr>
              <a:t>Enclave-backed CA (HSM) · concurrency sweep · c8g.24xlarge / 96 vCPU · RAM-backed MariaDB · ca-central-1 · post-quantum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6 · 3 gw · 1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Nitro enclave HSM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EJBCA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6,096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144 conn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4288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14016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365,760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certs /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98264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EJBCA 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CD5537"/>
                </a:solidFill>
                <a:latin typeface="Consolas"/>
              </a:rPr>
              <a:t>66%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of host @ peak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3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HEADROOM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9367"/>
                </a:solidFill>
                <a:latin typeface="Consolas"/>
              </a:rPr>
              <a:t>12%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host idle @ peak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59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P99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E2A3A"/>
                </a:solidFill>
                <a:latin typeface="Consolas"/>
              </a:rPr>
              <a:t>52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peak conn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51007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ENCLAVE HSM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7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1007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CPU · no penalty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193852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2A3A"/>
                </a:solidFill>
                <a:latin typeface="Calibri"/>
              </a:rPr>
              <a:t>Per-concurrency metrics — ML-DSA-87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20040" y="2212848"/>
          <a:ext cx="5212075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conn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certs/s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certs/m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p50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p95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p99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96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5,917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355k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15.5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22.2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24.3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30.6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169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low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144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6,096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365k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22.5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33.0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36.9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51.9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181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PEAK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192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5,302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318k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34.0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55.5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65.4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105.5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245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past-peak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240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5,362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321k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39.5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70.4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84.3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167.7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278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past-peak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20040" y="3785615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C6A7C"/>
                </a:solidFill>
                <a:latin typeface="Calibri"/>
              </a:rPr>
              <a:t>6 nodes · ~1,016/s each — EJBCA app is the bottleneck; DB &amp; enclave (HSM) idle. Latency in ms.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Throughput vs concurrency (certs/s)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57607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90068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Latency vs concurrency (ms)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89611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8064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CPU % by tier · over time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7607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90068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Memory % by tier · over time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89611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0"/>
            </a:avLst>
          </a:prstGeom>
          <a:solidFill>
            <a:srgbClr val="2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Calibri"/>
              </a:rPr>
              <a:t>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7607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6A7C"/>
                </a:solidFill>
                <a:latin typeface="Calibri"/>
              </a:rPr>
              <a:t>End-to-end certificate issuance path · one cluster host + off-box load generators · us-east-2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12 · 3 gw · 1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Nitro enclave HSM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CLUSTER 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c9g.48xlarge · 192 vCPU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234440"/>
            <a:ext cx="2286000" cy="4937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43200" y="1234440"/>
            <a:ext cx="9144000" cy="5212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4320" y="987552"/>
            <a:ext cx="2286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5B6BD0"/>
                </a:solidFill>
                <a:latin typeface="Consolas"/>
              </a:rPr>
              <a:t>LOAD GENERATORS · off-box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987552"/>
            <a:ext cx="91440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Consolas"/>
              </a:rPr>
              <a:t>CLUSTER HOST · c9g.48xlarge · 192 vCPU / 384 GB · us-east-2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1417320"/>
            <a:ext cx="1920240" cy="615696"/>
          </a:xfrm>
          <a:prstGeom prst="roundRect">
            <a:avLst>
              <a:gd name="adj" fmla="val 12000"/>
            </a:avLst>
          </a:prstGeom>
          <a:solidFill>
            <a:srgbClr val="E9EEFB"/>
          </a:solidFill>
          <a:ln w="9525">
            <a:solidFill>
              <a:srgbClr val="5B6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515831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Consolas"/>
              </a:rPr>
              <a:t>Loader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75595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5C6A7C"/>
                </a:solidFill>
                <a:latin typeface="Consolas"/>
              </a:rPr>
              <a:t>c8g.12xl · CSR gen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179320"/>
            <a:ext cx="1920240" cy="615696"/>
          </a:xfrm>
          <a:prstGeom prst="roundRect">
            <a:avLst>
              <a:gd name="adj" fmla="val 12000"/>
            </a:avLst>
          </a:prstGeom>
          <a:solidFill>
            <a:srgbClr val="E9EEFB"/>
          </a:solidFill>
          <a:ln w="9525">
            <a:solidFill>
              <a:srgbClr val="5B6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277831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Consolas"/>
              </a:rPr>
              <a:t>Loader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51795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5C6A7C"/>
                </a:solidFill>
                <a:latin typeface="Consolas"/>
              </a:rPr>
              <a:t>c8g.12xl · CSR gen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41320"/>
            <a:ext cx="1920240" cy="615696"/>
          </a:xfrm>
          <a:prstGeom prst="roundRect">
            <a:avLst>
              <a:gd name="adj" fmla="val 12000"/>
            </a:avLst>
          </a:prstGeom>
          <a:solidFill>
            <a:srgbClr val="E9EEFB"/>
          </a:solidFill>
          <a:ln w="9525">
            <a:solidFill>
              <a:srgbClr val="5B6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3039831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Consolas"/>
              </a:rPr>
              <a:t>Loader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27995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5C6A7C"/>
                </a:solidFill>
                <a:latin typeface="Consolas"/>
              </a:rPr>
              <a:t>c8g.12xl · CSR gen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703320"/>
            <a:ext cx="1920240" cy="615696"/>
          </a:xfrm>
          <a:prstGeom prst="roundRect">
            <a:avLst>
              <a:gd name="adj" fmla="val 12000"/>
            </a:avLst>
          </a:prstGeom>
          <a:solidFill>
            <a:srgbClr val="E9EEFB"/>
          </a:solidFill>
          <a:ln w="9525">
            <a:solidFill>
              <a:srgbClr val="5B6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801831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Consolas"/>
              </a:rPr>
              <a:t>Loader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04195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5C6A7C"/>
                </a:solidFill>
                <a:latin typeface="Consolas"/>
              </a:rPr>
              <a:t>c8g.12xl · CSR gen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465320"/>
            <a:ext cx="1920240" cy="615696"/>
          </a:xfrm>
          <a:prstGeom prst="roundRect">
            <a:avLst>
              <a:gd name="adj" fmla="val 12000"/>
            </a:avLst>
          </a:prstGeom>
          <a:solidFill>
            <a:srgbClr val="E9EEFB"/>
          </a:solidFill>
          <a:ln w="9525">
            <a:solidFill>
              <a:srgbClr val="5B6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4563831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Consolas"/>
              </a:rPr>
              <a:t>Loader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0395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5C6A7C"/>
                </a:solidFill>
                <a:latin typeface="Consolas"/>
              </a:rPr>
              <a:t>c8g.12xl · CSR gen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227320"/>
            <a:ext cx="1920240" cy="615696"/>
          </a:xfrm>
          <a:prstGeom prst="roundRect">
            <a:avLst>
              <a:gd name="adj" fmla="val 12000"/>
            </a:avLst>
          </a:prstGeom>
          <a:solidFill>
            <a:srgbClr val="E9EEFB"/>
          </a:solidFill>
          <a:ln w="9525">
            <a:solidFill>
              <a:srgbClr val="5B6B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5325831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Consolas"/>
              </a:rPr>
              <a:t>Loader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56595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5C6A7C"/>
                </a:solidFill>
                <a:latin typeface="Consolas"/>
              </a:rPr>
              <a:t>c8g.12xl · CSR gen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80360" y="2423160"/>
            <a:ext cx="1234440" cy="9144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5C6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80360" y="2542032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Consolas"/>
              </a:rPr>
              <a:t>enroll-LB
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2788920"/>
            <a:ext cx="1234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5C6A7C"/>
                </a:solidFill>
                <a:latin typeface="Consolas"/>
              </a:rPr>
              <a:t>nginx :8446
TCP passthr.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1417320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CD5537"/>
                </a:solidFill>
                <a:latin typeface="Consolas"/>
              </a:rPr>
              <a:t>EJBCA CE 9.3.7 ×12 (bottleneck)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80560" y="1691640"/>
            <a:ext cx="749808" cy="384048"/>
          </a:xfrm>
          <a:prstGeom prst="roundRect">
            <a:avLst>
              <a:gd name="adj" fmla="val 14000"/>
            </a:avLst>
          </a:prstGeom>
          <a:solidFill>
            <a:srgbClr val="F7EAE5"/>
          </a:solidFill>
          <a:ln w="9525">
            <a:solidFill>
              <a:srgbClr val="CD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80560" y="179149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D5537"/>
                </a:solidFill>
                <a:latin typeface="Consolas"/>
              </a:rPr>
              <a:t>ejbca1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0" y="1691640"/>
            <a:ext cx="749808" cy="384048"/>
          </a:xfrm>
          <a:prstGeom prst="roundRect">
            <a:avLst>
              <a:gd name="adj" fmla="val 14000"/>
            </a:avLst>
          </a:prstGeom>
          <a:solidFill>
            <a:srgbClr val="F7EAE5"/>
          </a:solidFill>
          <a:ln w="9525">
            <a:solidFill>
              <a:srgbClr val="CD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0" y="179149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D5537"/>
                </a:solidFill>
                <a:latin typeface="Consolas"/>
              </a:rPr>
              <a:t>ejbca2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0" y="1691640"/>
            <a:ext cx="749808" cy="384048"/>
          </a:xfrm>
          <a:prstGeom prst="roundRect">
            <a:avLst>
              <a:gd name="adj" fmla="val 14000"/>
            </a:avLst>
          </a:prstGeom>
          <a:solidFill>
            <a:srgbClr val="F7EAE5"/>
          </a:solidFill>
          <a:ln w="9525">
            <a:solidFill>
              <a:srgbClr val="CD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26480" y="179149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D5537"/>
                </a:solidFill>
                <a:latin typeface="Consolas"/>
              </a:rPr>
              <a:t>ejbca3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80560" y="2148840"/>
            <a:ext cx="749808" cy="384048"/>
          </a:xfrm>
          <a:prstGeom prst="roundRect">
            <a:avLst>
              <a:gd name="adj" fmla="val 14000"/>
            </a:avLst>
          </a:prstGeom>
          <a:solidFill>
            <a:srgbClr val="F7EAE5"/>
          </a:solidFill>
          <a:ln w="9525">
            <a:solidFill>
              <a:srgbClr val="CD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80560" y="224869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D5537"/>
                </a:solidFill>
                <a:latin typeface="Consolas"/>
              </a:rPr>
              <a:t>ejbca4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03520" y="2148840"/>
            <a:ext cx="749808" cy="384048"/>
          </a:xfrm>
          <a:prstGeom prst="roundRect">
            <a:avLst>
              <a:gd name="adj" fmla="val 14000"/>
            </a:avLst>
          </a:prstGeom>
          <a:solidFill>
            <a:srgbClr val="F7EAE5"/>
          </a:solidFill>
          <a:ln w="9525">
            <a:solidFill>
              <a:srgbClr val="CD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303520" y="224869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D5537"/>
                </a:solidFill>
                <a:latin typeface="Consolas"/>
              </a:rPr>
              <a:t>ejbca5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26480" y="2148840"/>
            <a:ext cx="749808" cy="384048"/>
          </a:xfrm>
          <a:prstGeom prst="roundRect">
            <a:avLst>
              <a:gd name="adj" fmla="val 14000"/>
            </a:avLst>
          </a:prstGeom>
          <a:solidFill>
            <a:srgbClr val="F7EAE5"/>
          </a:solidFill>
          <a:ln w="9525">
            <a:solidFill>
              <a:srgbClr val="CD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26480" y="224869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D5537"/>
                </a:solidFill>
                <a:latin typeface="Consolas"/>
              </a:rPr>
              <a:t>ejbca6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80560" y="2606040"/>
            <a:ext cx="749808" cy="384048"/>
          </a:xfrm>
          <a:prstGeom prst="roundRect">
            <a:avLst>
              <a:gd name="adj" fmla="val 14000"/>
            </a:avLst>
          </a:prstGeom>
          <a:solidFill>
            <a:srgbClr val="F7EAE5"/>
          </a:solidFill>
          <a:ln w="9525">
            <a:solidFill>
              <a:srgbClr val="CD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480560" y="270589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D5537"/>
                </a:solidFill>
                <a:latin typeface="Consolas"/>
              </a:rPr>
              <a:t>ejbca7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03520" y="2606040"/>
            <a:ext cx="749808" cy="384048"/>
          </a:xfrm>
          <a:prstGeom prst="roundRect">
            <a:avLst>
              <a:gd name="adj" fmla="val 14000"/>
            </a:avLst>
          </a:prstGeom>
          <a:solidFill>
            <a:srgbClr val="F7EAE5"/>
          </a:solidFill>
          <a:ln w="9525">
            <a:solidFill>
              <a:srgbClr val="CD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303520" y="270589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D5537"/>
                </a:solidFill>
                <a:latin typeface="Consolas"/>
              </a:rPr>
              <a:t>ejbca8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126480" y="2606040"/>
            <a:ext cx="749808" cy="384048"/>
          </a:xfrm>
          <a:prstGeom prst="roundRect">
            <a:avLst>
              <a:gd name="adj" fmla="val 14000"/>
            </a:avLst>
          </a:prstGeom>
          <a:solidFill>
            <a:srgbClr val="F7EAE5"/>
          </a:solidFill>
          <a:ln w="9525">
            <a:solidFill>
              <a:srgbClr val="CD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26480" y="270589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D5537"/>
                </a:solidFill>
                <a:latin typeface="Consolas"/>
              </a:rPr>
              <a:t>ejbca9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80560" y="3063240"/>
            <a:ext cx="749808" cy="384048"/>
          </a:xfrm>
          <a:prstGeom prst="roundRect">
            <a:avLst>
              <a:gd name="adj" fmla="val 14000"/>
            </a:avLst>
          </a:prstGeom>
          <a:solidFill>
            <a:srgbClr val="F7EAE5"/>
          </a:solidFill>
          <a:ln w="9525">
            <a:solidFill>
              <a:srgbClr val="CD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480560" y="316309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D5537"/>
                </a:solidFill>
                <a:latin typeface="Consolas"/>
              </a:rPr>
              <a:t>ejbca10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303520" y="3063240"/>
            <a:ext cx="749808" cy="384048"/>
          </a:xfrm>
          <a:prstGeom prst="roundRect">
            <a:avLst>
              <a:gd name="adj" fmla="val 14000"/>
            </a:avLst>
          </a:prstGeom>
          <a:solidFill>
            <a:srgbClr val="F7EAE5"/>
          </a:solidFill>
          <a:ln w="9525">
            <a:solidFill>
              <a:srgbClr val="CD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303520" y="316309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D5537"/>
                </a:solidFill>
                <a:latin typeface="Consolas"/>
              </a:rPr>
              <a:t>ejbca11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6480" y="3063240"/>
            <a:ext cx="749808" cy="384048"/>
          </a:xfrm>
          <a:prstGeom prst="roundRect">
            <a:avLst>
              <a:gd name="adj" fmla="val 14000"/>
            </a:avLst>
          </a:prstGeom>
          <a:solidFill>
            <a:srgbClr val="F7EAE5"/>
          </a:solidFill>
          <a:ln w="9525">
            <a:solidFill>
              <a:srgbClr val="CD5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126480" y="3163092"/>
            <a:ext cx="7498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CD5537"/>
                </a:solidFill>
                <a:latin typeface="Consolas"/>
              </a:rPr>
              <a:t>ejbca12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80560" y="4114800"/>
            <a:ext cx="2377440" cy="777240"/>
          </a:xfrm>
          <a:prstGeom prst="roundRect">
            <a:avLst>
              <a:gd name="adj" fmla="val 10000"/>
            </a:avLst>
          </a:prstGeom>
          <a:solidFill>
            <a:srgbClr val="EEF3FB"/>
          </a:solidFill>
          <a:ln w="9525">
            <a:solidFill>
              <a:srgbClr val="3670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480560" y="422452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3670C9"/>
                </a:solidFill>
                <a:latin typeface="Consolas"/>
              </a:rPr>
              <a:t>MariaDB · shared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80560" y="4480560"/>
            <a:ext cx="23774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>
                <a:solidFill>
                  <a:srgbClr val="5C6A7C"/>
                </a:solidFill>
                <a:latin typeface="Consolas"/>
              </a:rPr>
              <a:t>RAM tmpfs · write-tuned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15200" y="2514600"/>
            <a:ext cx="1097280" cy="86868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9525">
            <a:solidFill>
              <a:srgbClr val="5C6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315200" y="2615184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Consolas"/>
              </a:rPr>
              <a:t>gw-LB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2871216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5C6A7C"/>
                </a:solidFill>
                <a:latin typeface="Consolas"/>
              </a:rPr>
              <a:t>nginx :8443
mTLS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78240" y="141732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F9367"/>
                </a:solidFill>
                <a:latin typeface="Consolas"/>
              </a:rPr>
              <a:t>SIGNER GATEWAYS ×3 · Nitro enclave HSM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778240" y="1691640"/>
            <a:ext cx="3017520" cy="530352"/>
          </a:xfrm>
          <a:prstGeom prst="roundRect">
            <a:avLst>
              <a:gd name="adj" fmla="val 12000"/>
            </a:avLst>
          </a:prstGeom>
          <a:solidFill>
            <a:srgbClr val="E9F3EE"/>
          </a:solidFill>
          <a:ln w="9525">
            <a:solidFill>
              <a:srgbClr val="1F93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887968" y="1764792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F9367"/>
                </a:solidFill>
                <a:latin typeface="Consolas"/>
              </a:rPr>
              <a:t>signer-gw 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87968" y="1975104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onsolas"/>
              </a:rPr>
              <a:t>enclave · PKCS#11 · ICA P-384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778240" y="2331720"/>
            <a:ext cx="3017520" cy="530352"/>
          </a:xfrm>
          <a:prstGeom prst="roundRect">
            <a:avLst>
              <a:gd name="adj" fmla="val 12000"/>
            </a:avLst>
          </a:prstGeom>
          <a:solidFill>
            <a:srgbClr val="E9F3EE"/>
          </a:solidFill>
          <a:ln w="9525">
            <a:solidFill>
              <a:srgbClr val="1F93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887968" y="2404872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F9367"/>
                </a:solidFill>
                <a:latin typeface="Consolas"/>
              </a:rPr>
              <a:t>signer-gw 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887968" y="2615184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onsolas"/>
              </a:rPr>
              <a:t>enclave · PKCS#11 · ICA P-384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778240" y="2971800"/>
            <a:ext cx="3017520" cy="530352"/>
          </a:xfrm>
          <a:prstGeom prst="roundRect">
            <a:avLst>
              <a:gd name="adj" fmla="val 12000"/>
            </a:avLst>
          </a:prstGeom>
          <a:solidFill>
            <a:srgbClr val="E9F3EE"/>
          </a:solidFill>
          <a:ln w="9525">
            <a:solidFill>
              <a:srgbClr val="1F93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887968" y="3044952"/>
            <a:ext cx="28346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F9367"/>
                </a:solidFill>
                <a:latin typeface="Consolas"/>
              </a:rPr>
              <a:t>signer-gw 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87968" y="3255264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onsolas"/>
              </a:rPr>
              <a:t>enclave · PKCS#11 · ICA P-384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778240" y="4114800"/>
            <a:ext cx="3017520" cy="77724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9525">
            <a:solidFill>
              <a:srgbClr val="93A1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778240" y="4224528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E2A3A"/>
                </a:solidFill>
                <a:latin typeface="Consolas"/>
              </a:rPr>
              <a:t>AWS KMS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78240" y="448056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>
                <a:solidFill>
                  <a:srgbClr val="5C6A7C"/>
                </a:solidFill>
                <a:latin typeface="Consolas"/>
              </a:rPr>
              <a:t>sealed ICA key → released inside enclave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377440" y="2834640"/>
            <a:ext cx="502920" cy="45720"/>
          </a:xfrm>
          <a:prstGeom prst="line">
            <a:avLst/>
          </a:prstGeom>
          <a:ln w="15875">
            <a:solidFill>
              <a:srgbClr val="93A1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114800" y="2286000"/>
            <a:ext cx="365760" cy="548640"/>
          </a:xfrm>
          <a:prstGeom prst="line">
            <a:avLst/>
          </a:prstGeom>
          <a:ln w="15875">
            <a:solidFill>
              <a:srgbClr val="93A1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>
            <a:cxnSpLocks/>
          </p:cNvCxnSpPr>
          <p:nvPr/>
        </p:nvCxnSpPr>
        <p:spPr>
          <a:xfrm>
            <a:off x="5623560" y="3499408"/>
            <a:ext cx="0" cy="615392"/>
          </a:xfrm>
          <a:prstGeom prst="line">
            <a:avLst/>
          </a:prstGeom>
          <a:ln w="15875">
            <a:solidFill>
              <a:srgbClr val="93A1B3"/>
            </a:solidFill>
            <a:bevel/>
            <a:headEnd type="triangl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6858000" y="2651760"/>
            <a:ext cx="457200" cy="182880"/>
          </a:xfrm>
          <a:prstGeom prst="line">
            <a:avLst/>
          </a:prstGeom>
          <a:ln w="15875">
            <a:solidFill>
              <a:srgbClr val="93A1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412480" y="2194560"/>
            <a:ext cx="365760" cy="640080"/>
          </a:xfrm>
          <a:prstGeom prst="line">
            <a:avLst/>
          </a:prstGeom>
          <a:ln w="15875">
            <a:solidFill>
              <a:srgbClr val="93A1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10287000" y="3337560"/>
            <a:ext cx="0" cy="777240"/>
          </a:xfrm>
          <a:prstGeom prst="line">
            <a:avLst/>
          </a:prstGeom>
          <a:ln w="15875">
            <a:solidFill>
              <a:srgbClr val="93A1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287000" y="3383280"/>
            <a:ext cx="0" cy="731520"/>
          </a:xfrm>
          <a:prstGeom prst="line">
            <a:avLst/>
          </a:prstGeom>
          <a:ln w="15875">
            <a:solidFill>
              <a:srgbClr val="93A1B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2514600" y="2194560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5C6A7C"/>
                </a:solidFill>
                <a:latin typeface="Consolas"/>
              </a:rPr>
              <a:t>PKCS#10 · mTLS :8446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537960" y="2267712"/>
            <a:ext cx="12344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5C6A7C"/>
                </a:solidFill>
                <a:latin typeface="Consolas"/>
              </a:rPr>
              <a:t>PKCS#11 sign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892040" y="3675887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5C6A7C"/>
                </a:solidFill>
                <a:latin typeface="Consolas"/>
              </a:rPr>
              <a:t>JDBC · ~15 round-trips/cert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18120" y="2286000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5C6A7C"/>
                </a:solidFill>
                <a:latin typeface="Consolas"/>
              </a:rPr>
              <a:t>mTLS :8443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84080" y="3675887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50" b="0">
                <a:solidFill>
                  <a:srgbClr val="5C6A7C"/>
                </a:solidFill>
                <a:latin typeface="Consolas"/>
              </a:rPr>
              <a:t>KMS-sealed → enclave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0"/>
            </a:avLst>
          </a:prstGeom>
          <a:solidFill>
            <a:srgbClr val="2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Calibri"/>
              </a:rPr>
              <a:t>EJBCA 12-Node — </a:t>
            </a:r>
            <a:r>
              <a:rPr sz="2000" b="1">
                <a:solidFill>
                  <a:srgbClr val="2F5FD0"/>
                </a:solidFill>
                <a:latin typeface="Calibri"/>
              </a:rPr>
              <a:t>ECDSA P-256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7607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6A7C"/>
                </a:solidFill>
                <a:latin typeface="Calibri"/>
              </a:rPr>
              <a:t>Enclave-backed CA (HSM) · c9g.48xlarge / 192 vCPU · RAM-backed MariaDB · us-east-2 · 6 loaders ·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12 · 3 gw · 1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Nitro enclave HSM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EJBCA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11,744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288 conn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4288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14016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704,640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certs /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98264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EJBCA 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CD5537"/>
                </a:solidFill>
                <a:latin typeface="Consolas"/>
              </a:rPr>
              <a:t>68%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of host @ peak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3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HEADROOM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9367"/>
                </a:solidFill>
                <a:latin typeface="Consolas"/>
              </a:rPr>
              <a:t>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host idle @ peak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59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P99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E2A3A"/>
                </a:solidFill>
                <a:latin typeface="Consolas"/>
              </a:rPr>
              <a:t>53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peak conn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51007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ENCLAVE HSM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7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1007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CPU · no penalty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193852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2A3A"/>
                </a:solidFill>
                <a:latin typeface="Calibri"/>
              </a:rPr>
              <a:t>Per-concurrency metrics — ECDSA P-256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20040" y="2212848"/>
          <a:ext cx="5212075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conn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certs/s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certs/m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p50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p95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p99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192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11,556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693k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14.2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27.0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29.7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35.8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158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low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288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11,744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704k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23.7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38.0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42.3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53.5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196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PEAK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384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5,263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315k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19.9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52.6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61.0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136.3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15883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past-peak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480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3,983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238k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21.7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51.3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63.3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3010.2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18504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past-peak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20040" y="3785615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C6A7C"/>
                </a:solidFill>
                <a:latin typeface="Calibri"/>
              </a:rPr>
              <a:t>12 nodes · ~978/s each — EJBCA app is the bottleneck; DB &amp; enclave (HSM) idle. Latency in ms.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Throughput vs concurrency (certs/s)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57607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90068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Latency vs concurrency (ms)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89611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8064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CPU % by tier · over time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7607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90068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Memory % by tier · over time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89611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0"/>
            </a:avLst>
          </a:prstGeom>
          <a:solidFill>
            <a:srgbClr val="2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Calibri"/>
              </a:rPr>
              <a:t>EJBCA 12-Node — </a:t>
            </a:r>
            <a:r>
              <a:rPr sz="2000" b="1">
                <a:solidFill>
                  <a:srgbClr val="2F5FD0"/>
                </a:solidFill>
                <a:latin typeface="Calibri"/>
              </a:rPr>
              <a:t>ECDSA P-384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7607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6A7C"/>
                </a:solidFill>
                <a:latin typeface="Calibri"/>
              </a:rPr>
              <a:t>Enclave-backed CA (HSM) · c9g.48xlarge / 192 vCPU · RAM-backed MariaDB · us-east-2 · 6 loaders ·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12 · 3 gw · 1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Nitro enclave HSM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EJBCA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10,355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240 conn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4288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14016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621,300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certs /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98264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EJBCA 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CD5537"/>
                </a:solidFill>
                <a:latin typeface="Consolas"/>
              </a:rPr>
              <a:t>71%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of host @ peak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3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HEADROOM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9367"/>
                </a:solidFill>
                <a:latin typeface="Consolas"/>
              </a:rPr>
              <a:t>11%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host idle @ peak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59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P99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E2A3A"/>
                </a:solidFill>
                <a:latin typeface="Consolas"/>
              </a:rPr>
              <a:t>48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peak conn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51007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ENCLAVE HSM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7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1007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CPU · no penalty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193852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2A3A"/>
                </a:solidFill>
                <a:latin typeface="Calibri"/>
              </a:rPr>
              <a:t>Per-concurrency metrics — ECDSA P-384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20040" y="2212848"/>
          <a:ext cx="5212075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conn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certs/s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certs/m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p50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p95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p99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240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10,355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621k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24.1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34.5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37.6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48.5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265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PEAK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336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10,289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617k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32.3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47.9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57.7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78.0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197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past-peak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384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4,483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268k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33.3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64.0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77.8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147.9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15881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past-peak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480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5,467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328k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25.8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64.0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78.5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3013.8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8297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past-peak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20040" y="3785615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C6A7C"/>
                </a:solidFill>
                <a:latin typeface="Calibri"/>
              </a:rPr>
              <a:t>12 nodes · ~862/s each — EJBCA app is the bottleneck; DB &amp; enclave (HSM) idle. Latency in ms.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Throughput vs concurrency (certs/s)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57607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90068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Latency vs concurrency (ms)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89611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8064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CPU % by tier · over time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7607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90068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Memory % by tier · over time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89611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0"/>
            </a:avLst>
          </a:prstGeom>
          <a:solidFill>
            <a:srgbClr val="2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Calibri"/>
              </a:rPr>
              <a:t>EJBCA 12-Node — </a:t>
            </a:r>
            <a:r>
              <a:rPr sz="2000" b="1">
                <a:solidFill>
                  <a:srgbClr val="2F5FD0"/>
                </a:solidFill>
                <a:latin typeface="Calibri"/>
              </a:rPr>
              <a:t>RSA-2048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7607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6A7C"/>
                </a:solidFill>
                <a:latin typeface="Calibri"/>
              </a:rPr>
              <a:t>Enclave-backed CA (HSM) · c9g.48xlarge / 192 vCPU · RAM-backed MariaDB · us-east-2 · 6 loaders ·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12 · 3 gw · 1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Nitro enclave HSM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EJBCA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19,443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480 conn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4288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14016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1,166,580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certs /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98264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EJBCA 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CD5537"/>
                </a:solidFill>
                <a:latin typeface="Consolas"/>
              </a:rPr>
              <a:t>69%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of host @ peak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3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HEADROOM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9367"/>
                </a:solidFill>
                <a:latin typeface="Consolas"/>
              </a:rPr>
              <a:t>21%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host idle @ peak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59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P99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E2A3A"/>
                </a:solidFill>
                <a:latin typeface="Consolas"/>
              </a:rPr>
              <a:t>61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peak conn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51007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ENCLAVE HSM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7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1007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CPU · no penalty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193852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2A3A"/>
                </a:solidFill>
                <a:latin typeface="Calibri"/>
              </a:rPr>
              <a:t>Per-concurrency metrics — RSA-2048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20040" y="2212848"/>
          <a:ext cx="5212075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conn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certs/s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certs/m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p50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p95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p99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192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11,719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703k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13.3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26.5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30.5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40.1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126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low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288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16,734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1004k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14.3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28.3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31.0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36.3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161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scaling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384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18,534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1112k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16.9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34.3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37.8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46.5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266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scaling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480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19,443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1166k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20.3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40.5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45.1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61.4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275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PEAK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20040" y="3785615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C6A7C"/>
                </a:solidFill>
                <a:latin typeface="Calibri"/>
              </a:rPr>
              <a:t>12 nodes · ~1,620/s each — EJBCA app is the bottleneck; DB &amp; enclave (HSM) idle. Latency in ms.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Throughput vs concurrency (certs/s)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57607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90068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Latency vs concurrency (ms)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89611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8064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CPU % by tier · over time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7607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90068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Memory % by tier · over time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89611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0"/>
            </a:avLst>
          </a:prstGeom>
          <a:solidFill>
            <a:srgbClr val="2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Calibri"/>
              </a:rPr>
              <a:t>EJBCA 12-Node — </a:t>
            </a:r>
            <a:r>
              <a:rPr sz="2000" b="1">
                <a:solidFill>
                  <a:srgbClr val="2F5FD0"/>
                </a:solidFill>
                <a:latin typeface="Calibri"/>
              </a:rPr>
              <a:t>RSA-4096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7607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6A7C"/>
                </a:solidFill>
                <a:latin typeface="Calibri"/>
              </a:rPr>
              <a:t>Enclave-backed CA (HSM) · c9g.48xlarge / 192 vCPU · RAM-backed MariaDB · us-east-2 · 6 loaders · 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12 · 3 gw · 1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Nitro enclave HSM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EJBCA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10,346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480 conn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4288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14016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620,760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certs /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98264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EJBCA 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CD5537"/>
                </a:solidFill>
                <a:latin typeface="Consolas"/>
              </a:rPr>
              <a:t>84%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of host @ peak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3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HEADROOM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9367"/>
                </a:solidFill>
                <a:latin typeface="Consolas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host idle @ peak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59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P99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E2A3A"/>
                </a:solidFill>
                <a:latin typeface="Consolas"/>
              </a:rPr>
              <a:t>102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peak conn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51007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ENCLAVE HSM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7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1007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CPU · no penalty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193852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2A3A"/>
                </a:solidFill>
                <a:latin typeface="Calibri"/>
              </a:rPr>
              <a:t>Per-concurrency metrics — RSA-4096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20040" y="2212848"/>
          <a:ext cx="5212075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conn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certs/s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certs/m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p50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p95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p99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192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5,451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327k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32.8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42.4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45.6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52.2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165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low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288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7,634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458k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35.9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48.1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52.0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60.6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198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scaling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384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9,734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584k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35.0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54.2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61.4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80.7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219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scaling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480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10,346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620k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38.6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72.8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81.5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102.0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263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PEAK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20040" y="3785615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C6A7C"/>
                </a:solidFill>
                <a:latin typeface="Calibri"/>
              </a:rPr>
              <a:t>12 nodes · ~862/s each — EJBCA app is the bottleneck; DB &amp; enclave (HSM) idle. Latency in ms.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Throughput vs concurrency (certs/s)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57607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90068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Latency vs concurrency (ms)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89611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8064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CPU % by tier · over time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7607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90068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Memory % by tier · over time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89611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0"/>
            </a:avLst>
          </a:prstGeom>
          <a:solidFill>
            <a:srgbClr val="2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Calibri"/>
              </a:rPr>
              <a:t>EJBCA 12-Node — </a:t>
            </a:r>
            <a:r>
              <a:rPr sz="2000" b="1">
                <a:solidFill>
                  <a:srgbClr val="2F5FD0"/>
                </a:solidFill>
                <a:latin typeface="Calibri"/>
              </a:rPr>
              <a:t>ML-DSA-65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7607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6A7C"/>
                </a:solidFill>
                <a:latin typeface="Calibri"/>
              </a:rPr>
              <a:t>Enclave-backed CA (HSM) · c9g.48xlarge / 192 vCPU · RAM-backed MariaDB · us-east-2 · 4 loaders · post-quantum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12 · 3 gw · 1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Nitro enclave HSM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EJBCA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10,133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224 conn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4288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14016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607,980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certs /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98264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EJBCA 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CD5537"/>
                </a:solidFill>
                <a:latin typeface="Consolas"/>
              </a:rPr>
              <a:t>41%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of host @ peak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3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HEADROOM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9367"/>
                </a:solidFill>
                <a:latin typeface="Consolas"/>
              </a:rPr>
              <a:t>19%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host idle @ peak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59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P99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E2A3A"/>
                </a:solidFill>
                <a:latin typeface="Consolas"/>
              </a:rPr>
              <a:t>59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peak conn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51007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ENCLAVE HSM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7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1007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CPU · no penalty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193852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2A3A"/>
                </a:solidFill>
                <a:latin typeface="Calibri"/>
              </a:rPr>
              <a:t>Per-concurrency metrics — ML-DSA-65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20040" y="2212848"/>
          <a:ext cx="5212075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conn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certs/s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certs/m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p50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p95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p99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160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8,936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536k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13.2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24.9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28.7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100.4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389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low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224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10,133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607k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20.9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33.0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38.0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59.1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169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PEAK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256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8,531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511k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25.6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47.7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74.1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109.4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305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past-peak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320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7,315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438k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35.6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78.9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105.2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155.5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330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past-peak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20040" y="3785615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C6A7C"/>
                </a:solidFill>
                <a:latin typeface="Calibri"/>
              </a:rPr>
              <a:t>12 nodes · ~844/s each — EJBCA app is the bottleneck; DB &amp; enclave (HSM) idle. Latency in ms.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Throughput vs concurrency (certs/s)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57607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90068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Latency vs concurrency (ms)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89611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8064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CPU % by tier · over time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7607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90068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Memory % by tier · over time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89611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0"/>
            </a:avLst>
          </a:prstGeom>
          <a:solidFill>
            <a:srgbClr val="2F5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>
                <a:solidFill>
                  <a:srgbClr val="1E2A3A"/>
                </a:solidFill>
                <a:latin typeface="Calibri"/>
              </a:rPr>
              <a:t>EJBCA 12-Node — </a:t>
            </a:r>
            <a:r>
              <a:rPr sz="2000" b="1">
                <a:solidFill>
                  <a:srgbClr val="2F5FD0"/>
                </a:solidFill>
                <a:latin typeface="Calibri"/>
              </a:rPr>
              <a:t>ML-DSA-87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576072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5C6A7C"/>
                </a:solidFill>
                <a:latin typeface="Calibri"/>
              </a:rPr>
              <a:t>Enclave-backed CA (HSM) · c9g.48xlarge / 192 vCPU · RAM-backed MariaDB · us-east-2 · 4 loaders · post-quantum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NODES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12 · 3 gw · 1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Nitro enclave HSM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1">
                <a:solidFill>
                  <a:srgbClr val="93A1B3"/>
                </a:solidFill>
                <a:latin typeface="Consolas"/>
              </a:rPr>
              <a:t>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65760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1E2A3A"/>
                </a:solidFill>
                <a:latin typeface="Consolas"/>
              </a:rPr>
              <a:t>EJBCA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9768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8,679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160 conn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4288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14016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PEAK TPM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520,740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certs /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98264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EJBCA CPU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8264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CD5537"/>
                </a:solidFill>
                <a:latin typeface="Consolas"/>
              </a:rPr>
              <a:t>62%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of host @ peak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3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HEADROOM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F9367"/>
                </a:solidFill>
                <a:latin typeface="Consolas"/>
              </a:rPr>
              <a:t>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host idle @ peak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7031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6759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P99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59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1E2A3A"/>
                </a:solidFill>
                <a:latin typeface="Consolas"/>
              </a:rPr>
              <a:t>86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@ peak conn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41280" y="932688"/>
            <a:ext cx="1892807" cy="841248"/>
          </a:xfrm>
          <a:prstGeom prst="roundRect">
            <a:avLst>
              <a:gd name="adj" fmla="val 12000"/>
            </a:avLst>
          </a:prstGeom>
          <a:solidFill>
            <a:srgbClr val="F6F8FB"/>
          </a:solidFill>
          <a:ln w="9525">
            <a:solidFill>
              <a:srgbClr val="E4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351007" y="1014984"/>
            <a:ext cx="167335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93A1B3"/>
                </a:solidFill>
                <a:latin typeface="Consolas"/>
              </a:rPr>
              <a:t>ENCLAVE HSM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51007" y="1188720"/>
            <a:ext cx="16733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>
                <a:solidFill>
                  <a:srgbClr val="2F5FD0"/>
                </a:solidFill>
                <a:latin typeface="Consolas"/>
              </a:rPr>
              <a:t>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1007" y="1536192"/>
            <a:ext cx="16733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5C6A7C"/>
                </a:solidFill>
                <a:latin typeface="Calibri"/>
              </a:rPr>
              <a:t>CPU · no penalty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193852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2A3A"/>
                </a:solidFill>
                <a:latin typeface="Calibri"/>
              </a:rPr>
              <a:t>Per-concurrency metrics — ML-DSA-87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320040" y="2212848"/>
          <a:ext cx="5212075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9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60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969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conn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certs/s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certs/m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p50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p90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p95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p99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max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AEB9C8"/>
                          </a:solidFill>
                          <a:latin typeface="Consolas"/>
                        </a:rPr>
                        <a:t>state</a:t>
                      </a:r>
                    </a:p>
                  </a:txBody>
                  <a:tcPr marL="27432" marR="27432" marT="0" marB="0" anchor="ctr">
                    <a:solidFill>
                      <a:srgbClr val="131A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160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8,679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520k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15.5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28.1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32.4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86.3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201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PEAK</a:t>
                      </a:r>
                    </a:p>
                  </a:txBody>
                  <a:tcPr marL="27432" marR="27432" marT="0" marB="0" anchor="ctr">
                    <a:solidFill>
                      <a:srgbClr val="E9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224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8,318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499k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23.4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39.3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56.5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112.8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206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past-peak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256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8,006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480k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27.1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50.6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77.3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125.3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215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past-peak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320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1E2A3A"/>
                          </a:solidFill>
                          <a:latin typeface="Consolas"/>
                        </a:rPr>
                        <a:t>7,179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430k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36.6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80.5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104.8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154.4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343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E2A3A"/>
                          </a:solidFill>
                          <a:latin typeface="Consolas"/>
                        </a:rPr>
                        <a:t>past-peak</a:t>
                      </a:r>
                    </a:p>
                  </a:txBody>
                  <a:tcPr marL="27432" marR="27432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320040" y="3785615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C6A7C"/>
                </a:solidFill>
                <a:latin typeface="Calibri"/>
              </a:rPr>
              <a:t>12 nodes · ~723/s each — EJBCA app is the bottleneck; DB &amp; enclave (HSM) idle. Latency in ms.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Throughput vs concurrency (certs/s)</a:t>
            </a:r>
          </a:p>
        </p:txBody>
      </p:sp>
      <p:graphicFrame>
        <p:nvGraphicFramePr>
          <p:cNvPr id="39" name="Chart 38"/>
          <p:cNvGraphicFramePr>
            <a:graphicFrameLocks noGrp="1"/>
          </p:cNvGraphicFramePr>
          <p:nvPr/>
        </p:nvGraphicFramePr>
        <p:xfrm>
          <a:off x="57607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9006840" y="193852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Latency vs concurrency (ms)</a:t>
            </a:r>
          </a:p>
        </p:txBody>
      </p:sp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8961120" y="217627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8064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CPU % by tier · over time</a:t>
            </a:r>
          </a:p>
        </p:txBody>
      </p:sp>
      <p:graphicFrame>
        <p:nvGraphicFramePr>
          <p:cNvPr id="43" name="Chart 42"/>
          <p:cNvGraphicFramePr>
            <a:graphicFrameLocks noGrp="1"/>
          </p:cNvGraphicFramePr>
          <p:nvPr/>
        </p:nvGraphicFramePr>
        <p:xfrm>
          <a:off x="57607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9006840" y="4315968"/>
            <a:ext cx="31089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E2A3A"/>
                </a:solidFill>
                <a:latin typeface="Calibri"/>
              </a:rPr>
              <a:t>Memory % by tier · over time</a:t>
            </a:r>
          </a:p>
        </p:txBody>
      </p:sp>
      <p:graphicFrame>
        <p:nvGraphicFramePr>
          <p:cNvPr id="45" name="Chart 44"/>
          <p:cNvGraphicFramePr>
            <a:graphicFrameLocks noGrp="1"/>
          </p:cNvGraphicFramePr>
          <p:nvPr/>
        </p:nvGraphicFramePr>
        <p:xfrm>
          <a:off x="8961120" y="4553712"/>
          <a:ext cx="3063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936</TotalTime>
  <Words>2691</Words>
  <Application>Microsoft Macintosh PowerPoint</Application>
  <PresentationFormat>Widescreen</PresentationFormat>
  <Paragraphs>1013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Venkata Mooli</cp:lastModifiedBy>
  <cp:revision>3</cp:revision>
  <dcterms:created xsi:type="dcterms:W3CDTF">2013-01-27T09:14:16Z</dcterms:created>
  <dcterms:modified xsi:type="dcterms:W3CDTF">2026-07-17T15:45:32Z</dcterms:modified>
  <cp:category/>
</cp:coreProperties>
</file>